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8288000" cy="10287000"/>
  <p:notesSz cx="6858000" cy="9144000"/>
  <p:embeddedFontLst>
    <p:embeddedFont>
      <p:font typeface="Courier Prime Bold" charset="1" panose="00000809000000000000"/>
      <p:regular r:id="rId31"/>
    </p:embeddedFont>
    <p:embeddedFont>
      <p:font typeface="Cartograph Mono Bold" charset="1" panose="00000809000000000000"/>
      <p:regular r:id="rId32"/>
    </p:embeddedFont>
    <p:embeddedFont>
      <p:font typeface="Ballpoint" charset="1" panose="00000000000000000000"/>
      <p:regular r:id="rId33"/>
    </p:embeddedFont>
    <p:embeddedFont>
      <p:font typeface="Childos Arabic" charset="1" panose="00000500000000000000"/>
      <p:regular r:id="rId34"/>
    </p:embeddedFont>
    <p:embeddedFont>
      <p:font typeface="Cartograph Mono" charset="1" panose="00000509000000000000"/>
      <p:regular r:id="rId35"/>
    </p:embeddedFont>
    <p:embeddedFont>
      <p:font typeface="Montserrat" charset="1" panose="00000500000000000000"/>
      <p:regular r:id="rId36"/>
    </p:embeddedFont>
    <p:embeddedFont>
      <p:font typeface="Montserrat Medium" charset="1" panose="00000600000000000000"/>
      <p:regular r:id="rId37"/>
    </p:embeddedFont>
    <p:embeddedFont>
      <p:font typeface="Arial" charset="1" panose="020B0502020202020204"/>
      <p:regular r:id="rId38"/>
    </p:embeddedFont>
    <p:embeddedFont>
      <p:font typeface="Arial Bold" charset="1" panose="020B0802020202020204"/>
      <p:regular r:id="rId39"/>
    </p:embeddedFont>
    <p:embeddedFont>
      <p:font typeface="Calibri (MS) Bold" charset="1" panose="020F0702030404030204"/>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4.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33.png" Type="http://schemas.openxmlformats.org/officeDocument/2006/relationships/image"/><Relationship Id="rId2" Target="../media/image27.png" Type="http://schemas.openxmlformats.org/officeDocument/2006/relationships/image"/><Relationship Id="rId3" Target="../media/image28.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6.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7.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8.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9.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0.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1.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3.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4.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png" Type="http://schemas.openxmlformats.org/officeDocument/2006/relationships/image"/><Relationship Id="rId11" Target="../media/image5.svg" Type="http://schemas.openxmlformats.org/officeDocument/2006/relationships/image"/><Relationship Id="rId12" Target="../media/image6.png" Type="http://schemas.openxmlformats.org/officeDocument/2006/relationships/image"/><Relationship Id="rId13" Target="../media/image7.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 Id="rId6" Target="../media/image47.png" Type="http://schemas.openxmlformats.org/officeDocument/2006/relationships/image"/><Relationship Id="rId7" Target="../media/image48.svg" Type="http://schemas.openxmlformats.org/officeDocument/2006/relationships/image"/><Relationship Id="rId8" Target="../media/image49.png" Type="http://schemas.openxmlformats.org/officeDocument/2006/relationships/image"/><Relationship Id="rId9" Target="../media/image5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6F2F2"/>
        </a:solidFill>
      </p:bgPr>
    </p:bg>
    <p:spTree>
      <p:nvGrpSpPr>
        <p:cNvPr id="1" name=""/>
        <p:cNvGrpSpPr/>
        <p:nvPr/>
      </p:nvGrpSpPr>
      <p:grpSpPr>
        <a:xfrm>
          <a:off x="0" y="0"/>
          <a:ext cx="0" cy="0"/>
          <a:chOff x="0" y="0"/>
          <a:chExt cx="0" cy="0"/>
        </a:xfrm>
      </p:grpSpPr>
      <p:grpSp>
        <p:nvGrpSpPr>
          <p:cNvPr name="Group 2" id="2"/>
          <p:cNvGrpSpPr/>
          <p:nvPr/>
        </p:nvGrpSpPr>
        <p:grpSpPr>
          <a:xfrm rot="0">
            <a:off x="-3892266" y="4907548"/>
            <a:ext cx="6886053" cy="6886053"/>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9DCED8"/>
            </a:solidFill>
          </p:spPr>
        </p:sp>
      </p:grpSp>
      <p:grpSp>
        <p:nvGrpSpPr>
          <p:cNvPr name="Group 4" id="4"/>
          <p:cNvGrpSpPr/>
          <p:nvPr/>
        </p:nvGrpSpPr>
        <p:grpSpPr>
          <a:xfrm rot="0">
            <a:off x="9144000" y="-1976176"/>
            <a:ext cx="5285853" cy="5285853"/>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AD486"/>
            </a:solidFill>
          </p:spPr>
        </p:sp>
      </p:grpSp>
      <p:grpSp>
        <p:nvGrpSpPr>
          <p:cNvPr name="Group 6" id="6"/>
          <p:cNvGrpSpPr/>
          <p:nvPr/>
        </p:nvGrpSpPr>
        <p:grpSpPr>
          <a:xfrm rot="0">
            <a:off x="666750" y="1472354"/>
            <a:ext cx="16954500" cy="8147896"/>
            <a:chOff x="0" y="0"/>
            <a:chExt cx="32818334" cy="15771645"/>
          </a:xfrm>
        </p:grpSpPr>
        <p:sp>
          <p:nvSpPr>
            <p:cNvPr name="Freeform 7" id="7"/>
            <p:cNvSpPr/>
            <p:nvPr/>
          </p:nvSpPr>
          <p:spPr>
            <a:xfrm flipH="false" flipV="false" rot="0">
              <a:off x="0" y="0"/>
              <a:ext cx="32818335" cy="15771645"/>
            </a:xfrm>
            <a:custGeom>
              <a:avLst/>
              <a:gdLst/>
              <a:ahLst/>
              <a:cxnLst/>
              <a:rect r="r" b="b" t="t" l="l"/>
              <a:pathLst>
                <a:path h="15771645" w="32818335">
                  <a:moveTo>
                    <a:pt x="0" y="0"/>
                  </a:moveTo>
                  <a:lnTo>
                    <a:pt x="0" y="15771645"/>
                  </a:lnTo>
                  <a:lnTo>
                    <a:pt x="32818335" y="15771645"/>
                  </a:lnTo>
                  <a:lnTo>
                    <a:pt x="32818335" y="0"/>
                  </a:lnTo>
                  <a:lnTo>
                    <a:pt x="0" y="0"/>
                  </a:lnTo>
                  <a:close/>
                  <a:moveTo>
                    <a:pt x="32757374" y="15710684"/>
                  </a:moveTo>
                  <a:lnTo>
                    <a:pt x="59690" y="15710684"/>
                  </a:lnTo>
                  <a:lnTo>
                    <a:pt x="59690" y="59690"/>
                  </a:lnTo>
                  <a:lnTo>
                    <a:pt x="32757374" y="59690"/>
                  </a:lnTo>
                  <a:lnTo>
                    <a:pt x="32757374" y="15710684"/>
                  </a:lnTo>
                  <a:close/>
                </a:path>
              </a:pathLst>
            </a:custGeom>
            <a:solidFill>
              <a:srgbClr val="000000"/>
            </a:solidFill>
          </p:spPr>
        </p:sp>
      </p:grpSp>
      <p:grpSp>
        <p:nvGrpSpPr>
          <p:cNvPr name="Group 8" id="8"/>
          <p:cNvGrpSpPr/>
          <p:nvPr/>
        </p:nvGrpSpPr>
        <p:grpSpPr>
          <a:xfrm rot="0">
            <a:off x="666750" y="666750"/>
            <a:ext cx="16954500" cy="866314"/>
            <a:chOff x="0" y="0"/>
            <a:chExt cx="90918020" cy="4645584"/>
          </a:xfrm>
        </p:grpSpPr>
        <p:sp>
          <p:nvSpPr>
            <p:cNvPr name="Freeform 9" id="9"/>
            <p:cNvSpPr/>
            <p:nvPr/>
          </p:nvSpPr>
          <p:spPr>
            <a:xfrm flipH="false" flipV="false" rot="0">
              <a:off x="72390" y="72390"/>
              <a:ext cx="90773240" cy="4500805"/>
            </a:xfrm>
            <a:custGeom>
              <a:avLst/>
              <a:gdLst/>
              <a:ahLst/>
              <a:cxnLst/>
              <a:rect r="r" b="b" t="t" l="l"/>
              <a:pathLst>
                <a:path h="4500805" w="90773240">
                  <a:moveTo>
                    <a:pt x="0" y="0"/>
                  </a:moveTo>
                  <a:lnTo>
                    <a:pt x="90773240" y="0"/>
                  </a:lnTo>
                  <a:lnTo>
                    <a:pt x="90773240" y="4500805"/>
                  </a:lnTo>
                  <a:lnTo>
                    <a:pt x="0" y="4500805"/>
                  </a:lnTo>
                  <a:lnTo>
                    <a:pt x="0" y="0"/>
                  </a:lnTo>
                  <a:close/>
                </a:path>
              </a:pathLst>
            </a:custGeom>
            <a:solidFill>
              <a:srgbClr val="9DCED8"/>
            </a:solidFill>
          </p:spPr>
        </p:sp>
        <p:sp>
          <p:nvSpPr>
            <p:cNvPr name="Freeform 10" id="10"/>
            <p:cNvSpPr/>
            <p:nvPr/>
          </p:nvSpPr>
          <p:spPr>
            <a:xfrm flipH="false" flipV="false" rot="0">
              <a:off x="0" y="0"/>
              <a:ext cx="90918023" cy="4645584"/>
            </a:xfrm>
            <a:custGeom>
              <a:avLst/>
              <a:gdLst/>
              <a:ahLst/>
              <a:cxnLst/>
              <a:rect r="r" b="b" t="t" l="l"/>
              <a:pathLst>
                <a:path h="4645584" w="90918023">
                  <a:moveTo>
                    <a:pt x="90773238" y="4500804"/>
                  </a:moveTo>
                  <a:lnTo>
                    <a:pt x="90918023" y="4500804"/>
                  </a:lnTo>
                  <a:lnTo>
                    <a:pt x="90918023" y="4645584"/>
                  </a:lnTo>
                  <a:lnTo>
                    <a:pt x="90773238" y="4645584"/>
                  </a:lnTo>
                  <a:lnTo>
                    <a:pt x="90773238" y="4500804"/>
                  </a:lnTo>
                  <a:close/>
                  <a:moveTo>
                    <a:pt x="0" y="144780"/>
                  </a:moveTo>
                  <a:lnTo>
                    <a:pt x="144780" y="144780"/>
                  </a:lnTo>
                  <a:lnTo>
                    <a:pt x="144780" y="4500804"/>
                  </a:lnTo>
                  <a:lnTo>
                    <a:pt x="0" y="4500804"/>
                  </a:lnTo>
                  <a:lnTo>
                    <a:pt x="0" y="144780"/>
                  </a:lnTo>
                  <a:close/>
                  <a:moveTo>
                    <a:pt x="0" y="4500804"/>
                  </a:moveTo>
                  <a:lnTo>
                    <a:pt x="144780" y="4500804"/>
                  </a:lnTo>
                  <a:lnTo>
                    <a:pt x="144780" y="4645584"/>
                  </a:lnTo>
                  <a:lnTo>
                    <a:pt x="0" y="4645584"/>
                  </a:lnTo>
                  <a:lnTo>
                    <a:pt x="0" y="4500804"/>
                  </a:lnTo>
                  <a:close/>
                  <a:moveTo>
                    <a:pt x="90773238" y="144780"/>
                  </a:moveTo>
                  <a:lnTo>
                    <a:pt x="90918023" y="144780"/>
                  </a:lnTo>
                  <a:lnTo>
                    <a:pt x="90918023" y="4500804"/>
                  </a:lnTo>
                  <a:lnTo>
                    <a:pt x="90773238" y="4500804"/>
                  </a:lnTo>
                  <a:lnTo>
                    <a:pt x="90773238" y="144780"/>
                  </a:lnTo>
                  <a:close/>
                  <a:moveTo>
                    <a:pt x="144780" y="4500804"/>
                  </a:moveTo>
                  <a:lnTo>
                    <a:pt x="90773238" y="4500804"/>
                  </a:lnTo>
                  <a:lnTo>
                    <a:pt x="90773238" y="4645584"/>
                  </a:lnTo>
                  <a:lnTo>
                    <a:pt x="144780" y="4645584"/>
                  </a:lnTo>
                  <a:lnTo>
                    <a:pt x="144780" y="4500804"/>
                  </a:lnTo>
                  <a:close/>
                  <a:moveTo>
                    <a:pt x="90773238" y="0"/>
                  </a:moveTo>
                  <a:lnTo>
                    <a:pt x="90918023" y="0"/>
                  </a:lnTo>
                  <a:lnTo>
                    <a:pt x="90918023" y="144780"/>
                  </a:lnTo>
                  <a:lnTo>
                    <a:pt x="90773238" y="144780"/>
                  </a:lnTo>
                  <a:lnTo>
                    <a:pt x="90773238" y="0"/>
                  </a:lnTo>
                  <a:close/>
                  <a:moveTo>
                    <a:pt x="0" y="0"/>
                  </a:moveTo>
                  <a:lnTo>
                    <a:pt x="144780" y="0"/>
                  </a:lnTo>
                  <a:lnTo>
                    <a:pt x="144780" y="144780"/>
                  </a:lnTo>
                  <a:lnTo>
                    <a:pt x="0" y="144780"/>
                  </a:lnTo>
                  <a:lnTo>
                    <a:pt x="0" y="0"/>
                  </a:lnTo>
                  <a:close/>
                  <a:moveTo>
                    <a:pt x="144780" y="0"/>
                  </a:moveTo>
                  <a:lnTo>
                    <a:pt x="90773238" y="0"/>
                  </a:lnTo>
                  <a:lnTo>
                    <a:pt x="90773238" y="144780"/>
                  </a:lnTo>
                  <a:lnTo>
                    <a:pt x="144780" y="144780"/>
                  </a:lnTo>
                  <a:lnTo>
                    <a:pt x="144780" y="0"/>
                  </a:lnTo>
                  <a:close/>
                </a:path>
              </a:pathLst>
            </a:custGeom>
            <a:solidFill>
              <a:srgbClr val="000000"/>
            </a:solidFill>
          </p:spPr>
        </p:sp>
      </p:grpSp>
      <p:grpSp>
        <p:nvGrpSpPr>
          <p:cNvPr name="Group 11" id="11"/>
          <p:cNvGrpSpPr>
            <a:grpSpLocks noChangeAspect="true"/>
          </p:cNvGrpSpPr>
          <p:nvPr/>
        </p:nvGrpSpPr>
        <p:grpSpPr>
          <a:xfrm rot="0">
            <a:off x="1219200" y="959306"/>
            <a:ext cx="281202" cy="281202"/>
            <a:chOff x="0" y="0"/>
            <a:chExt cx="495300" cy="495300"/>
          </a:xfrm>
        </p:grpSpPr>
        <p:sp>
          <p:nvSpPr>
            <p:cNvPr name="Freeform 12" id="12"/>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3" id="13"/>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4B9B7"/>
            </a:solidFill>
          </p:spPr>
        </p:sp>
      </p:grpSp>
      <p:grpSp>
        <p:nvGrpSpPr>
          <p:cNvPr name="Group 14" id="14"/>
          <p:cNvGrpSpPr>
            <a:grpSpLocks noChangeAspect="true"/>
          </p:cNvGrpSpPr>
          <p:nvPr/>
        </p:nvGrpSpPr>
        <p:grpSpPr>
          <a:xfrm rot="0">
            <a:off x="1742282" y="959306"/>
            <a:ext cx="281202" cy="281202"/>
            <a:chOff x="0" y="0"/>
            <a:chExt cx="495300" cy="495300"/>
          </a:xfrm>
        </p:grpSpPr>
        <p:sp>
          <p:nvSpPr>
            <p:cNvPr name="Freeform 15" id="15"/>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6" id="16"/>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AD486"/>
            </a:solidFill>
          </p:spPr>
        </p:sp>
      </p:grpSp>
      <p:grpSp>
        <p:nvGrpSpPr>
          <p:cNvPr name="Group 17" id="17"/>
          <p:cNvGrpSpPr>
            <a:grpSpLocks noChangeAspect="true"/>
          </p:cNvGrpSpPr>
          <p:nvPr/>
        </p:nvGrpSpPr>
        <p:grpSpPr>
          <a:xfrm rot="0">
            <a:off x="2265364" y="959306"/>
            <a:ext cx="281202" cy="281202"/>
            <a:chOff x="0" y="0"/>
            <a:chExt cx="495300" cy="495300"/>
          </a:xfrm>
        </p:grpSpPr>
        <p:sp>
          <p:nvSpPr>
            <p:cNvPr name="Freeform 18" id="18"/>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9" id="19"/>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CAE4BA"/>
            </a:solidFill>
          </p:spPr>
        </p:sp>
      </p:grpSp>
      <p:sp>
        <p:nvSpPr>
          <p:cNvPr name="Freeform 20" id="20"/>
          <p:cNvSpPr/>
          <p:nvPr/>
        </p:nvSpPr>
        <p:spPr>
          <a:xfrm flipH="false" flipV="false" rot="0">
            <a:off x="16759710" y="945362"/>
            <a:ext cx="309090" cy="309090"/>
          </a:xfrm>
          <a:custGeom>
            <a:avLst/>
            <a:gdLst/>
            <a:ahLst/>
            <a:cxnLst/>
            <a:rect r="r" b="b" t="t" l="l"/>
            <a:pathLst>
              <a:path h="309090" w="309090">
                <a:moveTo>
                  <a:pt x="0" y="0"/>
                </a:moveTo>
                <a:lnTo>
                  <a:pt x="309090" y="0"/>
                </a:lnTo>
                <a:lnTo>
                  <a:pt x="309090" y="309090"/>
                </a:lnTo>
                <a:lnTo>
                  <a:pt x="0" y="3090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1" id="21"/>
          <p:cNvGrpSpPr>
            <a:grpSpLocks noChangeAspect="true"/>
          </p:cNvGrpSpPr>
          <p:nvPr/>
        </p:nvGrpSpPr>
        <p:grpSpPr>
          <a:xfrm rot="0">
            <a:off x="10991987" y="2245206"/>
            <a:ext cx="6267313" cy="7375044"/>
            <a:chOff x="0" y="0"/>
            <a:chExt cx="5396230" cy="6350000"/>
          </a:xfrm>
        </p:grpSpPr>
        <p:sp>
          <p:nvSpPr>
            <p:cNvPr name="Freeform 22" id="22"/>
            <p:cNvSpPr/>
            <p:nvPr/>
          </p:nvSpPr>
          <p:spPr>
            <a:xfrm flipH="false" flipV="false" rot="0">
              <a:off x="11430" y="11430"/>
              <a:ext cx="5373370" cy="6327140"/>
            </a:xfrm>
            <a:custGeom>
              <a:avLst/>
              <a:gdLst/>
              <a:ahLst/>
              <a:cxnLst/>
              <a:rect r="r" b="b" t="t" l="l"/>
              <a:pathLst>
                <a:path h="6327140" w="5373370">
                  <a:moveTo>
                    <a:pt x="5372100" y="661670"/>
                  </a:moveTo>
                  <a:lnTo>
                    <a:pt x="5372100" y="890270"/>
                  </a:lnTo>
                  <a:moveTo>
                    <a:pt x="5372100" y="890270"/>
                  </a:moveTo>
                  <a:lnTo>
                    <a:pt x="5372100" y="6327140"/>
                  </a:lnTo>
                  <a:lnTo>
                    <a:pt x="5373370" y="6327140"/>
                  </a:lnTo>
                  <a:lnTo>
                    <a:pt x="0" y="6327140"/>
                  </a:lnTo>
                  <a:lnTo>
                    <a:pt x="0" y="0"/>
                  </a:lnTo>
                  <a:lnTo>
                    <a:pt x="5372100" y="0"/>
                  </a:lnTo>
                  <a:lnTo>
                    <a:pt x="5372100" y="661670"/>
                  </a:lnTo>
                </a:path>
              </a:pathLst>
            </a:custGeom>
            <a:blipFill>
              <a:blip r:embed="rId4"/>
              <a:stretch>
                <a:fillRect l="-38367" t="0" r="-38367" b="0"/>
              </a:stretch>
            </a:blipFill>
          </p:spPr>
        </p:sp>
        <p:sp>
          <p:nvSpPr>
            <p:cNvPr name="Freeform 23" id="23"/>
            <p:cNvSpPr/>
            <p:nvPr/>
          </p:nvSpPr>
          <p:spPr>
            <a:xfrm flipH="false" flipV="false" rot="0">
              <a:off x="11430" y="6102350"/>
              <a:ext cx="5373370" cy="236220"/>
            </a:xfrm>
            <a:custGeom>
              <a:avLst/>
              <a:gdLst/>
              <a:ahLst/>
              <a:cxnLst/>
              <a:rect r="r" b="b" t="t" l="l"/>
              <a:pathLst>
                <a:path h="236220" w="5373370">
                  <a:moveTo>
                    <a:pt x="4269740" y="0"/>
                  </a:moveTo>
                  <a:lnTo>
                    <a:pt x="5372100" y="0"/>
                  </a:lnTo>
                  <a:lnTo>
                    <a:pt x="5372100" y="236220"/>
                  </a:lnTo>
                  <a:lnTo>
                    <a:pt x="5373370" y="236220"/>
                  </a:lnTo>
                  <a:lnTo>
                    <a:pt x="0" y="236220"/>
                  </a:lnTo>
                  <a:lnTo>
                    <a:pt x="0" y="0"/>
                  </a:lnTo>
                  <a:lnTo>
                    <a:pt x="4206240" y="0"/>
                  </a:lnTo>
                  <a:moveTo>
                    <a:pt x="4206240" y="0"/>
                  </a:moveTo>
                  <a:lnTo>
                    <a:pt x="4268470" y="0"/>
                  </a:lnTo>
                </a:path>
              </a:pathLst>
            </a:custGeom>
            <a:solidFill>
              <a:srgbClr val="FFFFFF"/>
            </a:solidFill>
          </p:spPr>
        </p:sp>
        <p:sp>
          <p:nvSpPr>
            <p:cNvPr name="Freeform 24" id="24"/>
            <p:cNvSpPr/>
            <p:nvPr/>
          </p:nvSpPr>
          <p:spPr>
            <a:xfrm flipH="false" flipV="false" rot="0">
              <a:off x="11430" y="11430"/>
              <a:ext cx="5373370" cy="6327140"/>
            </a:xfrm>
            <a:custGeom>
              <a:avLst/>
              <a:gdLst/>
              <a:ahLst/>
              <a:cxnLst/>
              <a:rect r="r" b="b" t="t" l="l"/>
              <a:pathLst>
                <a:path h="6327140" w="5373370">
                  <a:moveTo>
                    <a:pt x="1908810" y="6327140"/>
                  </a:moveTo>
                  <a:lnTo>
                    <a:pt x="346710" y="6327140"/>
                  </a:lnTo>
                  <a:lnTo>
                    <a:pt x="346710" y="6090920"/>
                  </a:lnTo>
                  <a:lnTo>
                    <a:pt x="1908810" y="6090920"/>
                  </a:lnTo>
                  <a:lnTo>
                    <a:pt x="1908810" y="6327140"/>
                  </a:lnTo>
                  <a:close/>
                  <a:moveTo>
                    <a:pt x="5373370" y="0"/>
                  </a:moveTo>
                  <a:lnTo>
                    <a:pt x="0" y="0"/>
                  </a:lnTo>
                  <a:lnTo>
                    <a:pt x="0" y="459740"/>
                  </a:lnTo>
                  <a:lnTo>
                    <a:pt x="5372100" y="459740"/>
                  </a:lnTo>
                  <a:lnTo>
                    <a:pt x="5372100" y="0"/>
                  </a:lnTo>
                  <a:lnTo>
                    <a:pt x="5373370" y="0"/>
                  </a:lnTo>
                  <a:close/>
                </a:path>
              </a:pathLst>
            </a:custGeom>
            <a:solidFill>
              <a:srgbClr val="E4B9B7"/>
            </a:solidFill>
          </p:spPr>
        </p:sp>
        <p:sp>
          <p:nvSpPr>
            <p:cNvPr name="Freeform 25" id="25"/>
            <p:cNvSpPr/>
            <p:nvPr/>
          </p:nvSpPr>
          <p:spPr>
            <a:xfrm flipH="false" flipV="false" rot="0">
              <a:off x="198120" y="160020"/>
              <a:ext cx="650240" cy="162560"/>
            </a:xfrm>
            <a:custGeom>
              <a:avLst/>
              <a:gdLst/>
              <a:ahLst/>
              <a:cxnLst/>
              <a:rect r="r" b="b" t="t" l="l"/>
              <a:pathLst>
                <a:path h="162560" w="650240">
                  <a:moveTo>
                    <a:pt x="162560" y="81280"/>
                  </a:moveTo>
                  <a:cubicBezTo>
                    <a:pt x="162560" y="125730"/>
                    <a:pt x="125730" y="162560"/>
                    <a:pt x="81280" y="162560"/>
                  </a:cubicBezTo>
                  <a:cubicBezTo>
                    <a:pt x="36830" y="162560"/>
                    <a:pt x="0" y="125730"/>
                    <a:pt x="0" y="81280"/>
                  </a:cubicBezTo>
                  <a:cubicBezTo>
                    <a:pt x="0" y="36830"/>
                    <a:pt x="36830" y="0"/>
                    <a:pt x="81280" y="0"/>
                  </a:cubicBezTo>
                  <a:cubicBezTo>
                    <a:pt x="125730" y="0"/>
                    <a:pt x="162560" y="36830"/>
                    <a:pt x="162560" y="81280"/>
                  </a:cubicBezTo>
                  <a:close/>
                  <a:moveTo>
                    <a:pt x="650240" y="81280"/>
                  </a:moveTo>
                  <a:cubicBezTo>
                    <a:pt x="650240" y="125730"/>
                    <a:pt x="613410" y="162560"/>
                    <a:pt x="568960" y="162560"/>
                  </a:cubicBezTo>
                  <a:cubicBezTo>
                    <a:pt x="524510" y="162560"/>
                    <a:pt x="487680" y="125730"/>
                    <a:pt x="487680" y="81280"/>
                  </a:cubicBezTo>
                  <a:cubicBezTo>
                    <a:pt x="487680" y="36830"/>
                    <a:pt x="524510" y="0"/>
                    <a:pt x="568960" y="0"/>
                  </a:cubicBezTo>
                  <a:cubicBezTo>
                    <a:pt x="614680" y="0"/>
                    <a:pt x="650240" y="36830"/>
                    <a:pt x="650240" y="81280"/>
                  </a:cubicBezTo>
                  <a:close/>
                  <a:moveTo>
                    <a:pt x="406400" y="81280"/>
                  </a:moveTo>
                  <a:cubicBezTo>
                    <a:pt x="406400" y="125730"/>
                    <a:pt x="369570" y="162560"/>
                    <a:pt x="325120" y="162560"/>
                  </a:cubicBezTo>
                  <a:cubicBezTo>
                    <a:pt x="280670" y="162560"/>
                    <a:pt x="243840" y="125730"/>
                    <a:pt x="243840" y="81280"/>
                  </a:cubicBezTo>
                  <a:cubicBezTo>
                    <a:pt x="243840" y="36830"/>
                    <a:pt x="280670" y="0"/>
                    <a:pt x="325120" y="0"/>
                  </a:cubicBezTo>
                  <a:cubicBezTo>
                    <a:pt x="369570" y="0"/>
                    <a:pt x="406400" y="36830"/>
                    <a:pt x="406400" y="81280"/>
                  </a:cubicBezTo>
                  <a:close/>
                </a:path>
              </a:pathLst>
            </a:custGeom>
            <a:solidFill>
              <a:srgbClr val="EAD486"/>
            </a:solidFill>
          </p:spPr>
        </p:sp>
        <p:sp>
          <p:nvSpPr>
            <p:cNvPr name="Freeform 26" id="26"/>
            <p:cNvSpPr/>
            <p:nvPr/>
          </p:nvSpPr>
          <p:spPr>
            <a:xfrm flipH="false" flipV="false" rot="0">
              <a:off x="71120" y="6151880"/>
              <a:ext cx="5253990" cy="134620"/>
            </a:xfrm>
            <a:custGeom>
              <a:avLst/>
              <a:gdLst/>
              <a:ahLst/>
              <a:cxnLst/>
              <a:rect r="r" b="b" t="t" l="l"/>
              <a:pathLst>
                <a:path h="134620" w="5253990">
                  <a:moveTo>
                    <a:pt x="116840" y="0"/>
                  </a:moveTo>
                  <a:lnTo>
                    <a:pt x="116840" y="134620"/>
                  </a:lnTo>
                  <a:lnTo>
                    <a:pt x="0" y="67310"/>
                  </a:lnTo>
                  <a:lnTo>
                    <a:pt x="116840" y="0"/>
                  </a:lnTo>
                  <a:close/>
                  <a:moveTo>
                    <a:pt x="5137150" y="0"/>
                  </a:moveTo>
                  <a:lnTo>
                    <a:pt x="5137150" y="134620"/>
                  </a:lnTo>
                  <a:lnTo>
                    <a:pt x="5253990" y="67310"/>
                  </a:lnTo>
                  <a:lnTo>
                    <a:pt x="5137150" y="0"/>
                  </a:lnTo>
                  <a:close/>
                </a:path>
              </a:pathLst>
            </a:custGeom>
            <a:solidFill>
              <a:srgbClr val="000000"/>
            </a:solidFill>
          </p:spPr>
        </p:sp>
        <p:sp>
          <p:nvSpPr>
            <p:cNvPr name="Freeform 27" id="27"/>
            <p:cNvSpPr/>
            <p:nvPr/>
          </p:nvSpPr>
          <p:spPr>
            <a:xfrm flipH="false" flipV="false" rot="0">
              <a:off x="0" y="0"/>
              <a:ext cx="5396230" cy="6348730"/>
            </a:xfrm>
            <a:custGeom>
              <a:avLst/>
              <a:gdLst/>
              <a:ahLst/>
              <a:cxnLst/>
              <a:rect r="r" b="b" t="t" l="l"/>
              <a:pathLst>
                <a:path h="6348730" w="5396230">
                  <a:moveTo>
                    <a:pt x="5384800" y="0"/>
                  </a:moveTo>
                  <a:lnTo>
                    <a:pt x="11430" y="0"/>
                  </a:lnTo>
                  <a:cubicBezTo>
                    <a:pt x="5080" y="0"/>
                    <a:pt x="0" y="5080"/>
                    <a:pt x="0" y="11430"/>
                  </a:cubicBezTo>
                  <a:lnTo>
                    <a:pt x="0" y="471170"/>
                  </a:lnTo>
                  <a:lnTo>
                    <a:pt x="0" y="6101080"/>
                  </a:lnTo>
                  <a:lnTo>
                    <a:pt x="0" y="6337300"/>
                  </a:lnTo>
                  <a:cubicBezTo>
                    <a:pt x="0" y="6343650"/>
                    <a:pt x="5080" y="6348730"/>
                    <a:pt x="11430" y="6348730"/>
                  </a:cubicBezTo>
                  <a:lnTo>
                    <a:pt x="247650" y="6348730"/>
                  </a:lnTo>
                  <a:lnTo>
                    <a:pt x="356870" y="6348730"/>
                  </a:lnTo>
                  <a:lnTo>
                    <a:pt x="1918970" y="6348730"/>
                  </a:lnTo>
                  <a:lnTo>
                    <a:pt x="5146040" y="6348730"/>
                  </a:lnTo>
                  <a:lnTo>
                    <a:pt x="5384800" y="6348730"/>
                  </a:lnTo>
                  <a:cubicBezTo>
                    <a:pt x="5391150" y="6348730"/>
                    <a:pt x="5396230" y="6343650"/>
                    <a:pt x="5396230" y="6337300"/>
                  </a:cubicBezTo>
                  <a:lnTo>
                    <a:pt x="5396230" y="6101080"/>
                  </a:lnTo>
                  <a:lnTo>
                    <a:pt x="5396230" y="471170"/>
                  </a:lnTo>
                  <a:lnTo>
                    <a:pt x="5396230" y="11430"/>
                  </a:lnTo>
                  <a:cubicBezTo>
                    <a:pt x="5396230" y="5080"/>
                    <a:pt x="5391150" y="0"/>
                    <a:pt x="5384800" y="0"/>
                  </a:cubicBezTo>
                  <a:close/>
                  <a:moveTo>
                    <a:pt x="5135880" y="6113780"/>
                  </a:moveTo>
                  <a:lnTo>
                    <a:pt x="5135880" y="6327140"/>
                  </a:lnTo>
                  <a:lnTo>
                    <a:pt x="1931670" y="6327140"/>
                  </a:lnTo>
                  <a:lnTo>
                    <a:pt x="1931670" y="6113780"/>
                  </a:lnTo>
                  <a:lnTo>
                    <a:pt x="5135880" y="6113780"/>
                  </a:lnTo>
                  <a:close/>
                  <a:moveTo>
                    <a:pt x="1920240" y="6089650"/>
                  </a:moveTo>
                  <a:lnTo>
                    <a:pt x="358140" y="6089650"/>
                  </a:lnTo>
                  <a:lnTo>
                    <a:pt x="248920" y="6089650"/>
                  </a:lnTo>
                  <a:lnTo>
                    <a:pt x="22860" y="6089650"/>
                  </a:lnTo>
                  <a:lnTo>
                    <a:pt x="22860" y="482600"/>
                  </a:lnTo>
                  <a:lnTo>
                    <a:pt x="5372100" y="482600"/>
                  </a:lnTo>
                  <a:lnTo>
                    <a:pt x="5372100" y="6089650"/>
                  </a:lnTo>
                  <a:lnTo>
                    <a:pt x="5147310" y="6089650"/>
                  </a:lnTo>
                  <a:lnTo>
                    <a:pt x="1920240" y="6089650"/>
                  </a:lnTo>
                  <a:close/>
                  <a:moveTo>
                    <a:pt x="346710" y="6113780"/>
                  </a:moveTo>
                  <a:lnTo>
                    <a:pt x="346710" y="6327140"/>
                  </a:lnTo>
                  <a:lnTo>
                    <a:pt x="260350" y="6327140"/>
                  </a:lnTo>
                  <a:lnTo>
                    <a:pt x="260350" y="6113780"/>
                  </a:lnTo>
                  <a:lnTo>
                    <a:pt x="346710" y="6113780"/>
                  </a:lnTo>
                  <a:close/>
                  <a:moveTo>
                    <a:pt x="22860" y="22860"/>
                  </a:moveTo>
                  <a:lnTo>
                    <a:pt x="5372100" y="22860"/>
                  </a:lnTo>
                  <a:lnTo>
                    <a:pt x="5372100" y="458470"/>
                  </a:lnTo>
                  <a:lnTo>
                    <a:pt x="22860" y="458470"/>
                  </a:lnTo>
                  <a:lnTo>
                    <a:pt x="22860" y="22860"/>
                  </a:lnTo>
                  <a:close/>
                  <a:moveTo>
                    <a:pt x="22860" y="6327140"/>
                  </a:moveTo>
                  <a:lnTo>
                    <a:pt x="22860" y="6113780"/>
                  </a:lnTo>
                  <a:lnTo>
                    <a:pt x="236220" y="6113780"/>
                  </a:lnTo>
                  <a:lnTo>
                    <a:pt x="236220" y="6327140"/>
                  </a:lnTo>
                  <a:lnTo>
                    <a:pt x="22860" y="6327140"/>
                  </a:lnTo>
                  <a:close/>
                  <a:moveTo>
                    <a:pt x="369570" y="6327140"/>
                  </a:moveTo>
                  <a:lnTo>
                    <a:pt x="369570" y="6113780"/>
                  </a:lnTo>
                  <a:lnTo>
                    <a:pt x="1908810" y="6113780"/>
                  </a:lnTo>
                  <a:lnTo>
                    <a:pt x="1908810" y="6327140"/>
                  </a:lnTo>
                  <a:lnTo>
                    <a:pt x="369570" y="6327140"/>
                  </a:lnTo>
                  <a:close/>
                  <a:moveTo>
                    <a:pt x="5372100" y="6327140"/>
                  </a:moveTo>
                  <a:lnTo>
                    <a:pt x="5158740" y="6327140"/>
                  </a:lnTo>
                  <a:lnTo>
                    <a:pt x="5158740" y="6113780"/>
                  </a:lnTo>
                  <a:lnTo>
                    <a:pt x="5372100" y="6113780"/>
                  </a:lnTo>
                  <a:lnTo>
                    <a:pt x="5372100" y="6327140"/>
                  </a:lnTo>
                  <a:close/>
                  <a:moveTo>
                    <a:pt x="279400" y="148590"/>
                  </a:moveTo>
                  <a:cubicBezTo>
                    <a:pt x="228600" y="148590"/>
                    <a:pt x="186690" y="190500"/>
                    <a:pt x="186690" y="241300"/>
                  </a:cubicBezTo>
                  <a:cubicBezTo>
                    <a:pt x="186690" y="292100"/>
                    <a:pt x="228600" y="334010"/>
                    <a:pt x="279400" y="334010"/>
                  </a:cubicBezTo>
                  <a:cubicBezTo>
                    <a:pt x="330200" y="334010"/>
                    <a:pt x="372110" y="292100"/>
                    <a:pt x="372110" y="241300"/>
                  </a:cubicBezTo>
                  <a:cubicBezTo>
                    <a:pt x="372110" y="190500"/>
                    <a:pt x="330200" y="148590"/>
                    <a:pt x="279400" y="148590"/>
                  </a:cubicBezTo>
                  <a:close/>
                  <a:moveTo>
                    <a:pt x="279400" y="311150"/>
                  </a:moveTo>
                  <a:cubicBezTo>
                    <a:pt x="241300" y="311150"/>
                    <a:pt x="209550" y="280670"/>
                    <a:pt x="209550" y="241300"/>
                  </a:cubicBezTo>
                  <a:cubicBezTo>
                    <a:pt x="209550" y="201930"/>
                    <a:pt x="240030" y="171450"/>
                    <a:pt x="279400" y="171450"/>
                  </a:cubicBezTo>
                  <a:cubicBezTo>
                    <a:pt x="318770" y="171450"/>
                    <a:pt x="349250" y="201930"/>
                    <a:pt x="349250" y="241300"/>
                  </a:cubicBezTo>
                  <a:cubicBezTo>
                    <a:pt x="349250" y="280670"/>
                    <a:pt x="317500" y="311150"/>
                    <a:pt x="279400" y="311150"/>
                  </a:cubicBezTo>
                  <a:close/>
                  <a:moveTo>
                    <a:pt x="523240" y="148590"/>
                  </a:moveTo>
                  <a:cubicBezTo>
                    <a:pt x="472440" y="148590"/>
                    <a:pt x="430530" y="190500"/>
                    <a:pt x="430530" y="241300"/>
                  </a:cubicBezTo>
                  <a:cubicBezTo>
                    <a:pt x="430530" y="292100"/>
                    <a:pt x="472440" y="334010"/>
                    <a:pt x="523240" y="334010"/>
                  </a:cubicBezTo>
                  <a:cubicBezTo>
                    <a:pt x="574040" y="334010"/>
                    <a:pt x="615950" y="292100"/>
                    <a:pt x="615950" y="241300"/>
                  </a:cubicBezTo>
                  <a:cubicBezTo>
                    <a:pt x="615950" y="190500"/>
                    <a:pt x="574040" y="148590"/>
                    <a:pt x="523240" y="148590"/>
                  </a:cubicBezTo>
                  <a:close/>
                  <a:moveTo>
                    <a:pt x="523240" y="311150"/>
                  </a:moveTo>
                  <a:cubicBezTo>
                    <a:pt x="485140" y="311150"/>
                    <a:pt x="453390" y="280670"/>
                    <a:pt x="453390" y="241300"/>
                  </a:cubicBezTo>
                  <a:cubicBezTo>
                    <a:pt x="453390" y="201930"/>
                    <a:pt x="483870" y="171450"/>
                    <a:pt x="523240" y="171450"/>
                  </a:cubicBezTo>
                  <a:cubicBezTo>
                    <a:pt x="562610" y="171450"/>
                    <a:pt x="593090" y="201930"/>
                    <a:pt x="593090" y="241300"/>
                  </a:cubicBezTo>
                  <a:cubicBezTo>
                    <a:pt x="593090" y="280670"/>
                    <a:pt x="561340" y="311150"/>
                    <a:pt x="523240" y="311150"/>
                  </a:cubicBezTo>
                  <a:close/>
                  <a:moveTo>
                    <a:pt x="767080" y="148590"/>
                  </a:moveTo>
                  <a:cubicBezTo>
                    <a:pt x="716280" y="148590"/>
                    <a:pt x="674370" y="190500"/>
                    <a:pt x="674370" y="241300"/>
                  </a:cubicBezTo>
                  <a:cubicBezTo>
                    <a:pt x="674370" y="292100"/>
                    <a:pt x="716280" y="334010"/>
                    <a:pt x="767080" y="334010"/>
                  </a:cubicBezTo>
                  <a:cubicBezTo>
                    <a:pt x="817880" y="334010"/>
                    <a:pt x="859790" y="292100"/>
                    <a:pt x="859790" y="241300"/>
                  </a:cubicBezTo>
                  <a:cubicBezTo>
                    <a:pt x="859790" y="190500"/>
                    <a:pt x="819150" y="148590"/>
                    <a:pt x="767080" y="148590"/>
                  </a:cubicBezTo>
                  <a:close/>
                  <a:moveTo>
                    <a:pt x="767080" y="311150"/>
                  </a:moveTo>
                  <a:cubicBezTo>
                    <a:pt x="728980" y="311150"/>
                    <a:pt x="697230" y="280670"/>
                    <a:pt x="697230" y="241300"/>
                  </a:cubicBezTo>
                  <a:cubicBezTo>
                    <a:pt x="697230" y="201930"/>
                    <a:pt x="727710" y="171450"/>
                    <a:pt x="767080" y="171450"/>
                  </a:cubicBezTo>
                  <a:cubicBezTo>
                    <a:pt x="805180" y="171450"/>
                    <a:pt x="836930" y="201930"/>
                    <a:pt x="836930" y="241300"/>
                  </a:cubicBezTo>
                  <a:cubicBezTo>
                    <a:pt x="836930" y="280670"/>
                    <a:pt x="806450" y="311150"/>
                    <a:pt x="767080" y="311150"/>
                  </a:cubicBezTo>
                  <a:close/>
                </a:path>
              </a:pathLst>
            </a:custGeom>
            <a:solidFill>
              <a:srgbClr val="000000"/>
            </a:solidFill>
          </p:spPr>
        </p:sp>
      </p:grpSp>
      <p:sp>
        <p:nvSpPr>
          <p:cNvPr name="Freeform 28" id="28"/>
          <p:cNvSpPr/>
          <p:nvPr/>
        </p:nvSpPr>
        <p:spPr>
          <a:xfrm flipH="false" flipV="false" rot="0">
            <a:off x="9712135" y="3627696"/>
            <a:ext cx="1279852" cy="1279852"/>
          </a:xfrm>
          <a:custGeom>
            <a:avLst/>
            <a:gdLst/>
            <a:ahLst/>
            <a:cxnLst/>
            <a:rect r="r" b="b" t="t" l="l"/>
            <a:pathLst>
              <a:path h="1279852" w="1279852">
                <a:moveTo>
                  <a:pt x="0" y="0"/>
                </a:moveTo>
                <a:lnTo>
                  <a:pt x="1279852" y="0"/>
                </a:lnTo>
                <a:lnTo>
                  <a:pt x="1279852" y="1279852"/>
                </a:lnTo>
                <a:lnTo>
                  <a:pt x="0" y="127985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9" id="29"/>
          <p:cNvSpPr/>
          <p:nvPr/>
        </p:nvSpPr>
        <p:spPr>
          <a:xfrm flipH="false" flipV="false" rot="-5400000">
            <a:off x="10055642" y="3717424"/>
            <a:ext cx="592839" cy="1100397"/>
          </a:xfrm>
          <a:custGeom>
            <a:avLst/>
            <a:gdLst/>
            <a:ahLst/>
            <a:cxnLst/>
            <a:rect r="r" b="b" t="t" l="l"/>
            <a:pathLst>
              <a:path h="1100397" w="592839">
                <a:moveTo>
                  <a:pt x="0" y="0"/>
                </a:moveTo>
                <a:lnTo>
                  <a:pt x="592839" y="0"/>
                </a:lnTo>
                <a:lnTo>
                  <a:pt x="592839" y="1100397"/>
                </a:lnTo>
                <a:lnTo>
                  <a:pt x="0" y="110039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30" id="30"/>
          <p:cNvGrpSpPr/>
          <p:nvPr/>
        </p:nvGrpSpPr>
        <p:grpSpPr>
          <a:xfrm rot="0">
            <a:off x="666750" y="8058150"/>
            <a:ext cx="9959613" cy="1562100"/>
            <a:chOff x="0" y="0"/>
            <a:chExt cx="53408140" cy="8376716"/>
          </a:xfrm>
        </p:grpSpPr>
        <p:sp>
          <p:nvSpPr>
            <p:cNvPr name="Freeform 31" id="31"/>
            <p:cNvSpPr/>
            <p:nvPr/>
          </p:nvSpPr>
          <p:spPr>
            <a:xfrm flipH="false" flipV="false" rot="0">
              <a:off x="72390" y="72390"/>
              <a:ext cx="53263362" cy="8231936"/>
            </a:xfrm>
            <a:custGeom>
              <a:avLst/>
              <a:gdLst/>
              <a:ahLst/>
              <a:cxnLst/>
              <a:rect r="r" b="b" t="t" l="l"/>
              <a:pathLst>
                <a:path h="8231936" w="53263362">
                  <a:moveTo>
                    <a:pt x="0" y="0"/>
                  </a:moveTo>
                  <a:lnTo>
                    <a:pt x="53263362" y="0"/>
                  </a:lnTo>
                  <a:lnTo>
                    <a:pt x="53263362" y="8231936"/>
                  </a:lnTo>
                  <a:lnTo>
                    <a:pt x="0" y="8231936"/>
                  </a:lnTo>
                  <a:lnTo>
                    <a:pt x="0" y="0"/>
                  </a:lnTo>
                  <a:close/>
                </a:path>
              </a:pathLst>
            </a:custGeom>
            <a:solidFill>
              <a:srgbClr val="EAD486"/>
            </a:solidFill>
          </p:spPr>
        </p:sp>
        <p:sp>
          <p:nvSpPr>
            <p:cNvPr name="Freeform 32" id="32"/>
            <p:cNvSpPr/>
            <p:nvPr/>
          </p:nvSpPr>
          <p:spPr>
            <a:xfrm flipH="false" flipV="false" rot="0">
              <a:off x="0" y="0"/>
              <a:ext cx="53408138" cy="8376717"/>
            </a:xfrm>
            <a:custGeom>
              <a:avLst/>
              <a:gdLst/>
              <a:ahLst/>
              <a:cxnLst/>
              <a:rect r="r" b="b" t="t" l="l"/>
              <a:pathLst>
                <a:path h="8376717" w="53408138">
                  <a:moveTo>
                    <a:pt x="53263360" y="8231936"/>
                  </a:moveTo>
                  <a:lnTo>
                    <a:pt x="53408138" y="8231936"/>
                  </a:lnTo>
                  <a:lnTo>
                    <a:pt x="53408138" y="8376717"/>
                  </a:lnTo>
                  <a:lnTo>
                    <a:pt x="53263360" y="8376717"/>
                  </a:lnTo>
                  <a:lnTo>
                    <a:pt x="53263360" y="8231936"/>
                  </a:lnTo>
                  <a:close/>
                  <a:moveTo>
                    <a:pt x="0" y="144780"/>
                  </a:moveTo>
                  <a:lnTo>
                    <a:pt x="144780" y="144780"/>
                  </a:lnTo>
                  <a:lnTo>
                    <a:pt x="144780" y="8231936"/>
                  </a:lnTo>
                  <a:lnTo>
                    <a:pt x="0" y="8231936"/>
                  </a:lnTo>
                  <a:lnTo>
                    <a:pt x="0" y="144780"/>
                  </a:lnTo>
                  <a:close/>
                  <a:moveTo>
                    <a:pt x="0" y="8231936"/>
                  </a:moveTo>
                  <a:lnTo>
                    <a:pt x="144780" y="8231936"/>
                  </a:lnTo>
                  <a:lnTo>
                    <a:pt x="144780" y="8376717"/>
                  </a:lnTo>
                  <a:lnTo>
                    <a:pt x="0" y="8376717"/>
                  </a:lnTo>
                  <a:lnTo>
                    <a:pt x="0" y="8231936"/>
                  </a:lnTo>
                  <a:close/>
                  <a:moveTo>
                    <a:pt x="53263360" y="144780"/>
                  </a:moveTo>
                  <a:lnTo>
                    <a:pt x="53408138" y="144780"/>
                  </a:lnTo>
                  <a:lnTo>
                    <a:pt x="53408138" y="8231936"/>
                  </a:lnTo>
                  <a:lnTo>
                    <a:pt x="53263360" y="8231936"/>
                  </a:lnTo>
                  <a:lnTo>
                    <a:pt x="53263360" y="144780"/>
                  </a:lnTo>
                  <a:close/>
                  <a:moveTo>
                    <a:pt x="144780" y="8231936"/>
                  </a:moveTo>
                  <a:lnTo>
                    <a:pt x="53263360" y="8231936"/>
                  </a:lnTo>
                  <a:lnTo>
                    <a:pt x="53263360" y="8376717"/>
                  </a:lnTo>
                  <a:lnTo>
                    <a:pt x="144780" y="8376717"/>
                  </a:lnTo>
                  <a:lnTo>
                    <a:pt x="144780" y="8231936"/>
                  </a:lnTo>
                  <a:close/>
                  <a:moveTo>
                    <a:pt x="53263360" y="0"/>
                  </a:moveTo>
                  <a:lnTo>
                    <a:pt x="53408138" y="0"/>
                  </a:lnTo>
                  <a:lnTo>
                    <a:pt x="53408138" y="144780"/>
                  </a:lnTo>
                  <a:lnTo>
                    <a:pt x="53263360" y="144780"/>
                  </a:lnTo>
                  <a:lnTo>
                    <a:pt x="53263360" y="0"/>
                  </a:lnTo>
                  <a:close/>
                  <a:moveTo>
                    <a:pt x="0" y="0"/>
                  </a:moveTo>
                  <a:lnTo>
                    <a:pt x="144780" y="0"/>
                  </a:lnTo>
                  <a:lnTo>
                    <a:pt x="144780" y="144780"/>
                  </a:lnTo>
                  <a:lnTo>
                    <a:pt x="0" y="144780"/>
                  </a:lnTo>
                  <a:lnTo>
                    <a:pt x="0" y="0"/>
                  </a:lnTo>
                  <a:close/>
                  <a:moveTo>
                    <a:pt x="144780" y="0"/>
                  </a:moveTo>
                  <a:lnTo>
                    <a:pt x="53263360" y="0"/>
                  </a:lnTo>
                  <a:lnTo>
                    <a:pt x="53263360" y="144780"/>
                  </a:lnTo>
                  <a:lnTo>
                    <a:pt x="144780" y="144780"/>
                  </a:lnTo>
                  <a:lnTo>
                    <a:pt x="144780" y="0"/>
                  </a:lnTo>
                  <a:close/>
                </a:path>
              </a:pathLst>
            </a:custGeom>
            <a:solidFill>
              <a:srgbClr val="000000"/>
            </a:solidFill>
          </p:spPr>
        </p:sp>
      </p:grpSp>
      <p:sp>
        <p:nvSpPr>
          <p:cNvPr name="TextBox 33" id="33"/>
          <p:cNvSpPr txBox="true"/>
          <p:nvPr/>
        </p:nvSpPr>
        <p:spPr>
          <a:xfrm rot="0">
            <a:off x="1882883" y="3824525"/>
            <a:ext cx="8604789" cy="3606806"/>
          </a:xfrm>
          <a:prstGeom prst="rect">
            <a:avLst/>
          </a:prstGeom>
        </p:spPr>
        <p:txBody>
          <a:bodyPr anchor="t" rtlCol="false" tIns="0" lIns="0" bIns="0" rIns="0">
            <a:spAutoFit/>
          </a:bodyPr>
          <a:lstStyle/>
          <a:p>
            <a:pPr algn="l">
              <a:lnSpc>
                <a:spcPts val="7000"/>
              </a:lnSpc>
            </a:pPr>
            <a:r>
              <a:rPr lang="en-US" sz="7000" b="true">
                <a:solidFill>
                  <a:srgbClr val="000000"/>
                </a:solidFill>
                <a:latin typeface="Courier Prime Bold"/>
                <a:ea typeface="Courier Prime Bold"/>
                <a:cs typeface="Courier Prime Bold"/>
                <a:sym typeface="Courier Prime Bold"/>
              </a:rPr>
              <a:t>DADO for Efficient Data Migration in Cloud Instances</a:t>
            </a:r>
          </a:p>
        </p:txBody>
      </p:sp>
      <p:sp>
        <p:nvSpPr>
          <p:cNvPr name="Freeform 34" id="34"/>
          <p:cNvSpPr/>
          <p:nvPr/>
        </p:nvSpPr>
        <p:spPr>
          <a:xfrm flipH="false" flipV="false" rot="0">
            <a:off x="724235" y="1533064"/>
            <a:ext cx="2438115" cy="2046154"/>
          </a:xfrm>
          <a:custGeom>
            <a:avLst/>
            <a:gdLst/>
            <a:ahLst/>
            <a:cxnLst/>
            <a:rect r="r" b="b" t="t" l="l"/>
            <a:pathLst>
              <a:path h="2046154" w="2438115">
                <a:moveTo>
                  <a:pt x="0" y="0"/>
                </a:moveTo>
                <a:lnTo>
                  <a:pt x="2438114" y="0"/>
                </a:lnTo>
                <a:lnTo>
                  <a:pt x="2438114" y="2046154"/>
                </a:lnTo>
                <a:lnTo>
                  <a:pt x="0" y="2046154"/>
                </a:lnTo>
                <a:lnTo>
                  <a:pt x="0" y="0"/>
                </a:lnTo>
                <a:close/>
              </a:path>
            </a:pathLst>
          </a:custGeom>
          <a:blipFill>
            <a:blip r:embed="rId9"/>
            <a:stretch>
              <a:fillRect l="0" t="-713" r="0" b="-713"/>
            </a:stretch>
          </a:blipFill>
        </p:spPr>
      </p:sp>
      <p:sp>
        <p:nvSpPr>
          <p:cNvPr name="TextBox 35" id="35"/>
          <p:cNvSpPr txBox="true"/>
          <p:nvPr/>
        </p:nvSpPr>
        <p:spPr>
          <a:xfrm rot="0">
            <a:off x="114300" y="1747365"/>
            <a:ext cx="16954500" cy="497840"/>
          </a:xfrm>
          <a:prstGeom prst="rect">
            <a:avLst/>
          </a:prstGeom>
        </p:spPr>
        <p:txBody>
          <a:bodyPr anchor="t" rtlCol="false" tIns="0" lIns="0" bIns="0" rIns="0">
            <a:spAutoFit/>
          </a:bodyPr>
          <a:lstStyle/>
          <a:p>
            <a:pPr algn="ctr">
              <a:lnSpc>
                <a:spcPts val="4059"/>
              </a:lnSpc>
              <a:spcBef>
                <a:spcPct val="0"/>
              </a:spcBef>
            </a:pPr>
            <a:r>
              <a:rPr lang="en-US" b="true" sz="2899">
                <a:solidFill>
                  <a:srgbClr val="000000"/>
                </a:solidFill>
                <a:latin typeface="Cartograph Mono Bold"/>
                <a:ea typeface="Cartograph Mono Bold"/>
                <a:cs typeface="Cartograph Mono Bold"/>
                <a:sym typeface="Cartograph Mono Bold"/>
              </a:rPr>
              <a:t>GEETHANJALI COLLEGE OF ENGINEERING AND TECHNOLOGY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6F2F2"/>
        </a:solidFill>
      </p:bgPr>
    </p:bg>
    <p:spTree>
      <p:nvGrpSpPr>
        <p:cNvPr id="1" name=""/>
        <p:cNvGrpSpPr/>
        <p:nvPr/>
      </p:nvGrpSpPr>
      <p:grpSpPr>
        <a:xfrm>
          <a:off x="0" y="0"/>
          <a:ext cx="0" cy="0"/>
          <a:chOff x="0" y="0"/>
          <a:chExt cx="0" cy="0"/>
        </a:xfrm>
      </p:grpSpPr>
      <p:sp>
        <p:nvSpPr>
          <p:cNvPr name="Freeform 2" id="2"/>
          <p:cNvSpPr/>
          <p:nvPr/>
        </p:nvSpPr>
        <p:spPr>
          <a:xfrm flipH="false" flipV="false" rot="0">
            <a:off x="521878" y="-466924"/>
            <a:ext cx="2870338" cy="4902751"/>
          </a:xfrm>
          <a:custGeom>
            <a:avLst/>
            <a:gdLst/>
            <a:ahLst/>
            <a:cxnLst/>
            <a:rect r="r" b="b" t="t" l="l"/>
            <a:pathLst>
              <a:path h="4902751" w="2870338">
                <a:moveTo>
                  <a:pt x="0" y="0"/>
                </a:moveTo>
                <a:lnTo>
                  <a:pt x="2870338" y="0"/>
                </a:lnTo>
                <a:lnTo>
                  <a:pt x="2870338" y="4902751"/>
                </a:lnTo>
                <a:lnTo>
                  <a:pt x="0" y="49027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34000" y="4435827"/>
            <a:ext cx="5511729" cy="3868232"/>
          </a:xfrm>
          <a:custGeom>
            <a:avLst/>
            <a:gdLst/>
            <a:ahLst/>
            <a:cxnLst/>
            <a:rect r="r" b="b" t="t" l="l"/>
            <a:pathLst>
              <a:path h="3868232" w="5511729">
                <a:moveTo>
                  <a:pt x="0" y="0"/>
                </a:moveTo>
                <a:lnTo>
                  <a:pt x="5511729" y="0"/>
                </a:lnTo>
                <a:lnTo>
                  <a:pt x="5511729" y="3868232"/>
                </a:lnTo>
                <a:lnTo>
                  <a:pt x="0" y="38682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096463" y="1028700"/>
            <a:ext cx="3841974" cy="4902751"/>
          </a:xfrm>
          <a:custGeom>
            <a:avLst/>
            <a:gdLst/>
            <a:ahLst/>
            <a:cxnLst/>
            <a:rect r="r" b="b" t="t" l="l"/>
            <a:pathLst>
              <a:path h="4902751" w="3841974">
                <a:moveTo>
                  <a:pt x="0" y="0"/>
                </a:moveTo>
                <a:lnTo>
                  <a:pt x="3841974" y="0"/>
                </a:lnTo>
                <a:lnTo>
                  <a:pt x="3841974" y="4902751"/>
                </a:lnTo>
                <a:lnTo>
                  <a:pt x="0" y="49027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90492" y="6813873"/>
            <a:ext cx="7574475" cy="4902751"/>
          </a:xfrm>
          <a:custGeom>
            <a:avLst/>
            <a:gdLst/>
            <a:ahLst/>
            <a:cxnLst/>
            <a:rect r="r" b="b" t="t" l="l"/>
            <a:pathLst>
              <a:path h="4902751" w="7574475">
                <a:moveTo>
                  <a:pt x="0" y="0"/>
                </a:moveTo>
                <a:lnTo>
                  <a:pt x="7574475" y="0"/>
                </a:lnTo>
                <a:lnTo>
                  <a:pt x="7574475" y="4902751"/>
                </a:lnTo>
                <a:lnTo>
                  <a:pt x="0" y="490275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7666515" y="5807652"/>
            <a:ext cx="1832956" cy="2057400"/>
          </a:xfrm>
          <a:custGeom>
            <a:avLst/>
            <a:gdLst/>
            <a:ahLst/>
            <a:cxnLst/>
            <a:rect r="r" b="b" t="t" l="l"/>
            <a:pathLst>
              <a:path h="2057400" w="1832956">
                <a:moveTo>
                  <a:pt x="0" y="0"/>
                </a:moveTo>
                <a:lnTo>
                  <a:pt x="1832957" y="0"/>
                </a:lnTo>
                <a:lnTo>
                  <a:pt x="1832957"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8964967" y="449535"/>
            <a:ext cx="6840159" cy="2362442"/>
          </a:xfrm>
          <a:prstGeom prst="rect">
            <a:avLst/>
          </a:prstGeom>
        </p:spPr>
        <p:txBody>
          <a:bodyPr anchor="t" rtlCol="false" tIns="0" lIns="0" bIns="0" rIns="0">
            <a:spAutoFit/>
          </a:bodyPr>
          <a:lstStyle/>
          <a:p>
            <a:pPr algn="ctr">
              <a:lnSpc>
                <a:spcPts val="9101"/>
              </a:lnSpc>
            </a:pPr>
            <a:r>
              <a:rPr lang="en-US" sz="6500" spc="149">
                <a:solidFill>
                  <a:srgbClr val="000000"/>
                </a:solidFill>
                <a:latin typeface="Ballpoint"/>
                <a:ea typeface="Ballpoint"/>
                <a:cs typeface="Ballpoint"/>
                <a:sym typeface="Ballpoint"/>
              </a:rPr>
              <a:t>Under The Guidance Of</a:t>
            </a:r>
          </a:p>
          <a:p>
            <a:pPr algn="ctr">
              <a:lnSpc>
                <a:spcPts val="9101"/>
              </a:lnSpc>
              <a:spcBef>
                <a:spcPct val="0"/>
              </a:spcBef>
            </a:pPr>
            <a:r>
              <a:rPr lang="en-US" sz="6500" spc="149">
                <a:solidFill>
                  <a:srgbClr val="000000"/>
                </a:solidFill>
                <a:latin typeface="Ballpoint"/>
                <a:ea typeface="Ballpoint"/>
                <a:cs typeface="Ballpoint"/>
                <a:sym typeface="Ballpoint"/>
              </a:rPr>
              <a:t>S. </a:t>
            </a:r>
            <a:r>
              <a:rPr lang="en-US" sz="6500" spc="149">
                <a:solidFill>
                  <a:srgbClr val="000000"/>
                </a:solidFill>
                <a:latin typeface="Ballpoint"/>
                <a:ea typeface="Ballpoint"/>
                <a:cs typeface="Ballpoint"/>
                <a:sym typeface="Ballpoint"/>
              </a:rPr>
              <a:t>Durgaprasad </a:t>
            </a:r>
          </a:p>
        </p:txBody>
      </p:sp>
      <p:sp>
        <p:nvSpPr>
          <p:cNvPr name="TextBox 8" id="8"/>
          <p:cNvSpPr txBox="true"/>
          <p:nvPr/>
        </p:nvSpPr>
        <p:spPr>
          <a:xfrm rot="0">
            <a:off x="10465503" y="4707688"/>
            <a:ext cx="6640053" cy="2578123"/>
          </a:xfrm>
          <a:prstGeom prst="rect">
            <a:avLst/>
          </a:prstGeom>
        </p:spPr>
        <p:txBody>
          <a:bodyPr anchor="t" rtlCol="false" tIns="0" lIns="0" bIns="0" rIns="0">
            <a:spAutoFit/>
          </a:bodyPr>
          <a:lstStyle/>
          <a:p>
            <a:pPr algn="just">
              <a:lnSpc>
                <a:spcPts val="5131"/>
              </a:lnSpc>
            </a:pPr>
            <a:r>
              <a:rPr lang="en-US" sz="3665">
                <a:solidFill>
                  <a:srgbClr val="000000"/>
                </a:solidFill>
                <a:latin typeface="Childos Arabic"/>
                <a:ea typeface="Childos Arabic"/>
                <a:cs typeface="Childos Arabic"/>
                <a:sym typeface="Childos Arabic"/>
              </a:rPr>
              <a:t>Done By</a:t>
            </a:r>
          </a:p>
          <a:p>
            <a:pPr algn="just">
              <a:lnSpc>
                <a:spcPts val="5131"/>
              </a:lnSpc>
            </a:pPr>
            <a:r>
              <a:rPr lang="en-US" sz="3665">
                <a:solidFill>
                  <a:srgbClr val="000000"/>
                </a:solidFill>
                <a:latin typeface="Childos Arabic"/>
                <a:ea typeface="Childos Arabic"/>
                <a:cs typeface="Childos Arabic"/>
                <a:sym typeface="Childos Arabic"/>
              </a:rPr>
              <a:t> Ch Sricharan (21R11A05B7)</a:t>
            </a:r>
          </a:p>
          <a:p>
            <a:pPr algn="just">
              <a:lnSpc>
                <a:spcPts val="5131"/>
              </a:lnSpc>
            </a:pPr>
            <a:r>
              <a:rPr lang="en-US" sz="3665">
                <a:solidFill>
                  <a:srgbClr val="000000"/>
                </a:solidFill>
                <a:latin typeface="Childos Arabic"/>
                <a:ea typeface="Childos Arabic"/>
                <a:cs typeface="Childos Arabic"/>
                <a:sym typeface="Childos Arabic"/>
              </a:rPr>
              <a:t> Satyam Das (21R11A05E5)</a:t>
            </a:r>
          </a:p>
          <a:p>
            <a:pPr algn="just">
              <a:lnSpc>
                <a:spcPts val="5131"/>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F2F2"/>
        </a:solidFill>
      </p:bgPr>
    </p:bg>
    <p:spTree>
      <p:nvGrpSpPr>
        <p:cNvPr id="1" name=""/>
        <p:cNvGrpSpPr/>
        <p:nvPr/>
      </p:nvGrpSpPr>
      <p:grpSpPr>
        <a:xfrm>
          <a:off x="0" y="0"/>
          <a:ext cx="0" cy="0"/>
          <a:chOff x="0" y="0"/>
          <a:chExt cx="0" cy="0"/>
        </a:xfrm>
      </p:grpSpPr>
      <p:grpSp>
        <p:nvGrpSpPr>
          <p:cNvPr name="Group 2" id="2"/>
          <p:cNvGrpSpPr/>
          <p:nvPr/>
        </p:nvGrpSpPr>
        <p:grpSpPr>
          <a:xfrm rot="0">
            <a:off x="-1560144" y="7781019"/>
            <a:ext cx="6886053" cy="6886053"/>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9DCED8"/>
            </a:solidFill>
          </p:spPr>
        </p:sp>
      </p:grpSp>
      <p:grpSp>
        <p:nvGrpSpPr>
          <p:cNvPr name="Group 4" id="4"/>
          <p:cNvGrpSpPr/>
          <p:nvPr/>
        </p:nvGrpSpPr>
        <p:grpSpPr>
          <a:xfrm rot="0">
            <a:off x="666750" y="1472354"/>
            <a:ext cx="16954500" cy="8147896"/>
            <a:chOff x="0" y="0"/>
            <a:chExt cx="32818334" cy="15771645"/>
          </a:xfrm>
        </p:grpSpPr>
        <p:sp>
          <p:nvSpPr>
            <p:cNvPr name="Freeform 5" id="5"/>
            <p:cNvSpPr/>
            <p:nvPr/>
          </p:nvSpPr>
          <p:spPr>
            <a:xfrm flipH="false" flipV="false" rot="0">
              <a:off x="0" y="0"/>
              <a:ext cx="32818335" cy="15771645"/>
            </a:xfrm>
            <a:custGeom>
              <a:avLst/>
              <a:gdLst/>
              <a:ahLst/>
              <a:cxnLst/>
              <a:rect r="r" b="b" t="t" l="l"/>
              <a:pathLst>
                <a:path h="15771645" w="32818335">
                  <a:moveTo>
                    <a:pt x="0" y="0"/>
                  </a:moveTo>
                  <a:lnTo>
                    <a:pt x="0" y="15771645"/>
                  </a:lnTo>
                  <a:lnTo>
                    <a:pt x="32818335" y="15771645"/>
                  </a:lnTo>
                  <a:lnTo>
                    <a:pt x="32818335" y="0"/>
                  </a:lnTo>
                  <a:lnTo>
                    <a:pt x="0" y="0"/>
                  </a:lnTo>
                  <a:close/>
                  <a:moveTo>
                    <a:pt x="32757374" y="15710684"/>
                  </a:moveTo>
                  <a:lnTo>
                    <a:pt x="59690" y="15710684"/>
                  </a:lnTo>
                  <a:lnTo>
                    <a:pt x="59690" y="59690"/>
                  </a:lnTo>
                  <a:lnTo>
                    <a:pt x="32757374" y="59690"/>
                  </a:lnTo>
                  <a:lnTo>
                    <a:pt x="32757374" y="15710684"/>
                  </a:lnTo>
                  <a:close/>
                </a:path>
              </a:pathLst>
            </a:custGeom>
            <a:solidFill>
              <a:srgbClr val="000000"/>
            </a:solidFill>
          </p:spPr>
        </p:sp>
      </p:grpSp>
      <p:grpSp>
        <p:nvGrpSpPr>
          <p:cNvPr name="Group 6" id="6"/>
          <p:cNvGrpSpPr/>
          <p:nvPr/>
        </p:nvGrpSpPr>
        <p:grpSpPr>
          <a:xfrm rot="0">
            <a:off x="666750" y="666750"/>
            <a:ext cx="16954500" cy="866314"/>
            <a:chOff x="0" y="0"/>
            <a:chExt cx="90918020" cy="4645584"/>
          </a:xfrm>
        </p:grpSpPr>
        <p:sp>
          <p:nvSpPr>
            <p:cNvPr name="Freeform 7" id="7"/>
            <p:cNvSpPr/>
            <p:nvPr/>
          </p:nvSpPr>
          <p:spPr>
            <a:xfrm flipH="false" flipV="false" rot="0">
              <a:off x="72390" y="72390"/>
              <a:ext cx="90773240" cy="4500805"/>
            </a:xfrm>
            <a:custGeom>
              <a:avLst/>
              <a:gdLst/>
              <a:ahLst/>
              <a:cxnLst/>
              <a:rect r="r" b="b" t="t" l="l"/>
              <a:pathLst>
                <a:path h="4500805" w="90773240">
                  <a:moveTo>
                    <a:pt x="0" y="0"/>
                  </a:moveTo>
                  <a:lnTo>
                    <a:pt x="90773240" y="0"/>
                  </a:lnTo>
                  <a:lnTo>
                    <a:pt x="90773240" y="4500805"/>
                  </a:lnTo>
                  <a:lnTo>
                    <a:pt x="0" y="4500805"/>
                  </a:lnTo>
                  <a:lnTo>
                    <a:pt x="0" y="0"/>
                  </a:lnTo>
                  <a:close/>
                </a:path>
              </a:pathLst>
            </a:custGeom>
            <a:solidFill>
              <a:srgbClr val="9DCED8"/>
            </a:solidFill>
          </p:spPr>
        </p:sp>
        <p:sp>
          <p:nvSpPr>
            <p:cNvPr name="Freeform 8" id="8"/>
            <p:cNvSpPr/>
            <p:nvPr/>
          </p:nvSpPr>
          <p:spPr>
            <a:xfrm flipH="false" flipV="false" rot="0">
              <a:off x="0" y="0"/>
              <a:ext cx="90918023" cy="4645584"/>
            </a:xfrm>
            <a:custGeom>
              <a:avLst/>
              <a:gdLst/>
              <a:ahLst/>
              <a:cxnLst/>
              <a:rect r="r" b="b" t="t" l="l"/>
              <a:pathLst>
                <a:path h="4645584" w="90918023">
                  <a:moveTo>
                    <a:pt x="90773238" y="4500804"/>
                  </a:moveTo>
                  <a:lnTo>
                    <a:pt x="90918023" y="4500804"/>
                  </a:lnTo>
                  <a:lnTo>
                    <a:pt x="90918023" y="4645584"/>
                  </a:lnTo>
                  <a:lnTo>
                    <a:pt x="90773238" y="4645584"/>
                  </a:lnTo>
                  <a:lnTo>
                    <a:pt x="90773238" y="4500804"/>
                  </a:lnTo>
                  <a:close/>
                  <a:moveTo>
                    <a:pt x="0" y="144780"/>
                  </a:moveTo>
                  <a:lnTo>
                    <a:pt x="144780" y="144780"/>
                  </a:lnTo>
                  <a:lnTo>
                    <a:pt x="144780" y="4500804"/>
                  </a:lnTo>
                  <a:lnTo>
                    <a:pt x="0" y="4500804"/>
                  </a:lnTo>
                  <a:lnTo>
                    <a:pt x="0" y="144780"/>
                  </a:lnTo>
                  <a:close/>
                  <a:moveTo>
                    <a:pt x="0" y="4500804"/>
                  </a:moveTo>
                  <a:lnTo>
                    <a:pt x="144780" y="4500804"/>
                  </a:lnTo>
                  <a:lnTo>
                    <a:pt x="144780" y="4645584"/>
                  </a:lnTo>
                  <a:lnTo>
                    <a:pt x="0" y="4645584"/>
                  </a:lnTo>
                  <a:lnTo>
                    <a:pt x="0" y="4500804"/>
                  </a:lnTo>
                  <a:close/>
                  <a:moveTo>
                    <a:pt x="90773238" y="144780"/>
                  </a:moveTo>
                  <a:lnTo>
                    <a:pt x="90918023" y="144780"/>
                  </a:lnTo>
                  <a:lnTo>
                    <a:pt x="90918023" y="4500804"/>
                  </a:lnTo>
                  <a:lnTo>
                    <a:pt x="90773238" y="4500804"/>
                  </a:lnTo>
                  <a:lnTo>
                    <a:pt x="90773238" y="144780"/>
                  </a:lnTo>
                  <a:close/>
                  <a:moveTo>
                    <a:pt x="144780" y="4500804"/>
                  </a:moveTo>
                  <a:lnTo>
                    <a:pt x="90773238" y="4500804"/>
                  </a:lnTo>
                  <a:lnTo>
                    <a:pt x="90773238" y="4645584"/>
                  </a:lnTo>
                  <a:lnTo>
                    <a:pt x="144780" y="4645584"/>
                  </a:lnTo>
                  <a:lnTo>
                    <a:pt x="144780" y="4500804"/>
                  </a:lnTo>
                  <a:close/>
                  <a:moveTo>
                    <a:pt x="90773238" y="0"/>
                  </a:moveTo>
                  <a:lnTo>
                    <a:pt x="90918023" y="0"/>
                  </a:lnTo>
                  <a:lnTo>
                    <a:pt x="90918023" y="144780"/>
                  </a:lnTo>
                  <a:lnTo>
                    <a:pt x="90773238" y="144780"/>
                  </a:lnTo>
                  <a:lnTo>
                    <a:pt x="90773238" y="0"/>
                  </a:lnTo>
                  <a:close/>
                  <a:moveTo>
                    <a:pt x="0" y="0"/>
                  </a:moveTo>
                  <a:lnTo>
                    <a:pt x="144780" y="0"/>
                  </a:lnTo>
                  <a:lnTo>
                    <a:pt x="144780" y="144780"/>
                  </a:lnTo>
                  <a:lnTo>
                    <a:pt x="0" y="144780"/>
                  </a:lnTo>
                  <a:lnTo>
                    <a:pt x="0" y="0"/>
                  </a:lnTo>
                  <a:close/>
                  <a:moveTo>
                    <a:pt x="144780" y="0"/>
                  </a:moveTo>
                  <a:lnTo>
                    <a:pt x="90773238" y="0"/>
                  </a:lnTo>
                  <a:lnTo>
                    <a:pt x="90773238" y="144780"/>
                  </a:lnTo>
                  <a:lnTo>
                    <a:pt x="144780" y="144780"/>
                  </a:lnTo>
                  <a:lnTo>
                    <a:pt x="144780" y="0"/>
                  </a:lnTo>
                  <a:close/>
                </a:path>
              </a:pathLst>
            </a:custGeom>
            <a:solidFill>
              <a:srgbClr val="000000"/>
            </a:solidFill>
          </p:spPr>
        </p:sp>
      </p:grpSp>
      <p:grpSp>
        <p:nvGrpSpPr>
          <p:cNvPr name="Group 9" id="9"/>
          <p:cNvGrpSpPr>
            <a:grpSpLocks noChangeAspect="true"/>
          </p:cNvGrpSpPr>
          <p:nvPr/>
        </p:nvGrpSpPr>
        <p:grpSpPr>
          <a:xfrm rot="0">
            <a:off x="1219200" y="959306"/>
            <a:ext cx="281202" cy="281202"/>
            <a:chOff x="0" y="0"/>
            <a:chExt cx="495300" cy="495300"/>
          </a:xfrm>
        </p:grpSpPr>
        <p:sp>
          <p:nvSpPr>
            <p:cNvPr name="Freeform 10" id="10"/>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1" id="11"/>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4B9B7"/>
            </a:solidFill>
          </p:spPr>
        </p:sp>
      </p:grpSp>
      <p:grpSp>
        <p:nvGrpSpPr>
          <p:cNvPr name="Group 12" id="12"/>
          <p:cNvGrpSpPr>
            <a:grpSpLocks noChangeAspect="true"/>
          </p:cNvGrpSpPr>
          <p:nvPr/>
        </p:nvGrpSpPr>
        <p:grpSpPr>
          <a:xfrm rot="0">
            <a:off x="1742282" y="959306"/>
            <a:ext cx="281202" cy="281202"/>
            <a:chOff x="0" y="0"/>
            <a:chExt cx="495300" cy="495300"/>
          </a:xfrm>
        </p:grpSpPr>
        <p:sp>
          <p:nvSpPr>
            <p:cNvPr name="Freeform 13" id="13"/>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4" id="14"/>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AD486"/>
            </a:solidFill>
          </p:spPr>
        </p:sp>
      </p:grpSp>
      <p:grpSp>
        <p:nvGrpSpPr>
          <p:cNvPr name="Group 15" id="15"/>
          <p:cNvGrpSpPr>
            <a:grpSpLocks noChangeAspect="true"/>
          </p:cNvGrpSpPr>
          <p:nvPr/>
        </p:nvGrpSpPr>
        <p:grpSpPr>
          <a:xfrm rot="0">
            <a:off x="2265364" y="959306"/>
            <a:ext cx="281202" cy="281202"/>
            <a:chOff x="0" y="0"/>
            <a:chExt cx="495300" cy="495300"/>
          </a:xfrm>
        </p:grpSpPr>
        <p:sp>
          <p:nvSpPr>
            <p:cNvPr name="Freeform 16" id="16"/>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7" id="17"/>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CAE4BA"/>
            </a:solidFill>
          </p:spPr>
        </p:sp>
      </p:grpSp>
      <p:sp>
        <p:nvSpPr>
          <p:cNvPr name="Freeform 18" id="18"/>
          <p:cNvSpPr/>
          <p:nvPr/>
        </p:nvSpPr>
        <p:spPr>
          <a:xfrm flipH="false" flipV="false" rot="0">
            <a:off x="16759710" y="945362"/>
            <a:ext cx="309090" cy="309090"/>
          </a:xfrm>
          <a:custGeom>
            <a:avLst/>
            <a:gdLst/>
            <a:ahLst/>
            <a:cxnLst/>
            <a:rect r="r" b="b" t="t" l="l"/>
            <a:pathLst>
              <a:path h="309090" w="309090">
                <a:moveTo>
                  <a:pt x="0" y="0"/>
                </a:moveTo>
                <a:lnTo>
                  <a:pt x="309090" y="0"/>
                </a:lnTo>
                <a:lnTo>
                  <a:pt x="309090" y="309090"/>
                </a:lnTo>
                <a:lnTo>
                  <a:pt x="0" y="3090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9" id="19"/>
          <p:cNvSpPr txBox="true"/>
          <p:nvPr/>
        </p:nvSpPr>
        <p:spPr>
          <a:xfrm rot="0">
            <a:off x="1523192" y="4356100"/>
            <a:ext cx="5971705" cy="1689100"/>
          </a:xfrm>
          <a:prstGeom prst="rect">
            <a:avLst/>
          </a:prstGeom>
        </p:spPr>
        <p:txBody>
          <a:bodyPr anchor="t" rtlCol="false" tIns="0" lIns="0" bIns="0" rIns="0">
            <a:spAutoFit/>
          </a:bodyPr>
          <a:lstStyle/>
          <a:p>
            <a:pPr algn="l">
              <a:lnSpc>
                <a:spcPts val="6500"/>
              </a:lnSpc>
            </a:pPr>
            <a:r>
              <a:rPr lang="en-US" sz="6500" b="true">
                <a:solidFill>
                  <a:srgbClr val="000000"/>
                </a:solidFill>
                <a:latin typeface="Courier Prime Bold"/>
                <a:ea typeface="Courier Prime Bold"/>
                <a:cs typeface="Courier Prime Bold"/>
                <a:sym typeface="Courier Prime Bold"/>
              </a:rPr>
              <a:t>Table of Contents</a:t>
            </a:r>
          </a:p>
        </p:txBody>
      </p:sp>
      <p:grpSp>
        <p:nvGrpSpPr>
          <p:cNvPr name="Group 20" id="20"/>
          <p:cNvGrpSpPr/>
          <p:nvPr/>
        </p:nvGrpSpPr>
        <p:grpSpPr>
          <a:xfrm rot="0">
            <a:off x="11764297" y="3097396"/>
            <a:ext cx="408653" cy="4816649"/>
            <a:chOff x="0" y="0"/>
            <a:chExt cx="2070053" cy="24398994"/>
          </a:xfrm>
        </p:grpSpPr>
        <p:sp>
          <p:nvSpPr>
            <p:cNvPr name="Freeform 21" id="21"/>
            <p:cNvSpPr/>
            <p:nvPr/>
          </p:nvSpPr>
          <p:spPr>
            <a:xfrm flipH="false" flipV="false" rot="0">
              <a:off x="72390" y="72390"/>
              <a:ext cx="1925274" cy="24254215"/>
            </a:xfrm>
            <a:custGeom>
              <a:avLst/>
              <a:gdLst/>
              <a:ahLst/>
              <a:cxnLst/>
              <a:rect r="r" b="b" t="t" l="l"/>
              <a:pathLst>
                <a:path h="24254215" w="1925274">
                  <a:moveTo>
                    <a:pt x="0" y="0"/>
                  </a:moveTo>
                  <a:lnTo>
                    <a:pt x="1925274" y="0"/>
                  </a:lnTo>
                  <a:lnTo>
                    <a:pt x="1925274" y="24254215"/>
                  </a:lnTo>
                  <a:lnTo>
                    <a:pt x="0" y="24254215"/>
                  </a:lnTo>
                  <a:lnTo>
                    <a:pt x="0" y="0"/>
                  </a:lnTo>
                  <a:close/>
                </a:path>
              </a:pathLst>
            </a:custGeom>
            <a:solidFill>
              <a:srgbClr val="EAD486"/>
            </a:solidFill>
          </p:spPr>
        </p:sp>
        <p:sp>
          <p:nvSpPr>
            <p:cNvPr name="Freeform 22" id="22"/>
            <p:cNvSpPr/>
            <p:nvPr/>
          </p:nvSpPr>
          <p:spPr>
            <a:xfrm flipH="false" flipV="false" rot="0">
              <a:off x="0" y="0"/>
              <a:ext cx="2070053" cy="24398994"/>
            </a:xfrm>
            <a:custGeom>
              <a:avLst/>
              <a:gdLst/>
              <a:ahLst/>
              <a:cxnLst/>
              <a:rect r="r" b="b" t="t" l="l"/>
              <a:pathLst>
                <a:path h="24398994" w="2070053">
                  <a:moveTo>
                    <a:pt x="1925273" y="24254214"/>
                  </a:moveTo>
                  <a:lnTo>
                    <a:pt x="2070053" y="24254214"/>
                  </a:lnTo>
                  <a:lnTo>
                    <a:pt x="2070053" y="24398994"/>
                  </a:lnTo>
                  <a:lnTo>
                    <a:pt x="1925273" y="24398994"/>
                  </a:lnTo>
                  <a:lnTo>
                    <a:pt x="1925273" y="24254214"/>
                  </a:lnTo>
                  <a:close/>
                  <a:moveTo>
                    <a:pt x="0" y="144780"/>
                  </a:moveTo>
                  <a:lnTo>
                    <a:pt x="144780" y="144780"/>
                  </a:lnTo>
                  <a:lnTo>
                    <a:pt x="144780" y="24254214"/>
                  </a:lnTo>
                  <a:lnTo>
                    <a:pt x="0" y="24254214"/>
                  </a:lnTo>
                  <a:lnTo>
                    <a:pt x="0" y="144780"/>
                  </a:lnTo>
                  <a:close/>
                  <a:moveTo>
                    <a:pt x="0" y="24254214"/>
                  </a:moveTo>
                  <a:lnTo>
                    <a:pt x="144780" y="24254214"/>
                  </a:lnTo>
                  <a:lnTo>
                    <a:pt x="144780" y="24398994"/>
                  </a:lnTo>
                  <a:lnTo>
                    <a:pt x="0" y="24398994"/>
                  </a:lnTo>
                  <a:lnTo>
                    <a:pt x="0" y="24254214"/>
                  </a:lnTo>
                  <a:close/>
                  <a:moveTo>
                    <a:pt x="1925273" y="144780"/>
                  </a:moveTo>
                  <a:lnTo>
                    <a:pt x="2070053" y="144780"/>
                  </a:lnTo>
                  <a:lnTo>
                    <a:pt x="2070053" y="24254214"/>
                  </a:lnTo>
                  <a:lnTo>
                    <a:pt x="1925273" y="24254214"/>
                  </a:lnTo>
                  <a:lnTo>
                    <a:pt x="1925273" y="144780"/>
                  </a:lnTo>
                  <a:close/>
                  <a:moveTo>
                    <a:pt x="144780" y="24254214"/>
                  </a:moveTo>
                  <a:lnTo>
                    <a:pt x="1925273" y="24254214"/>
                  </a:lnTo>
                  <a:lnTo>
                    <a:pt x="1925273" y="24398994"/>
                  </a:lnTo>
                  <a:lnTo>
                    <a:pt x="144780" y="24398994"/>
                  </a:lnTo>
                  <a:lnTo>
                    <a:pt x="144780" y="24254214"/>
                  </a:lnTo>
                  <a:close/>
                  <a:moveTo>
                    <a:pt x="1925273" y="0"/>
                  </a:moveTo>
                  <a:lnTo>
                    <a:pt x="2070053" y="0"/>
                  </a:lnTo>
                  <a:lnTo>
                    <a:pt x="2070053" y="144780"/>
                  </a:lnTo>
                  <a:lnTo>
                    <a:pt x="1925273" y="144780"/>
                  </a:lnTo>
                  <a:lnTo>
                    <a:pt x="1925273" y="0"/>
                  </a:lnTo>
                  <a:close/>
                  <a:moveTo>
                    <a:pt x="0" y="0"/>
                  </a:moveTo>
                  <a:lnTo>
                    <a:pt x="144780" y="0"/>
                  </a:lnTo>
                  <a:lnTo>
                    <a:pt x="144780" y="144780"/>
                  </a:lnTo>
                  <a:lnTo>
                    <a:pt x="0" y="144780"/>
                  </a:lnTo>
                  <a:lnTo>
                    <a:pt x="0" y="0"/>
                  </a:lnTo>
                  <a:close/>
                  <a:moveTo>
                    <a:pt x="144780" y="0"/>
                  </a:moveTo>
                  <a:lnTo>
                    <a:pt x="1925273" y="0"/>
                  </a:lnTo>
                  <a:lnTo>
                    <a:pt x="1925273" y="144780"/>
                  </a:lnTo>
                  <a:lnTo>
                    <a:pt x="144780" y="144780"/>
                  </a:lnTo>
                  <a:lnTo>
                    <a:pt x="144780" y="0"/>
                  </a:lnTo>
                  <a:close/>
                </a:path>
              </a:pathLst>
            </a:custGeom>
            <a:solidFill>
              <a:srgbClr val="000000"/>
            </a:solidFill>
          </p:spPr>
        </p:sp>
      </p:grpSp>
      <p:grpSp>
        <p:nvGrpSpPr>
          <p:cNvPr name="Group 23" id="23"/>
          <p:cNvGrpSpPr/>
          <p:nvPr/>
        </p:nvGrpSpPr>
        <p:grpSpPr>
          <a:xfrm rot="0">
            <a:off x="11764297" y="7427725"/>
            <a:ext cx="408653" cy="1087625"/>
            <a:chOff x="0" y="0"/>
            <a:chExt cx="2070053" cy="5509425"/>
          </a:xfrm>
        </p:grpSpPr>
        <p:sp>
          <p:nvSpPr>
            <p:cNvPr name="Freeform 24" id="24"/>
            <p:cNvSpPr/>
            <p:nvPr/>
          </p:nvSpPr>
          <p:spPr>
            <a:xfrm flipH="false" flipV="false" rot="0">
              <a:off x="72390" y="72390"/>
              <a:ext cx="1925274" cy="5364645"/>
            </a:xfrm>
            <a:custGeom>
              <a:avLst/>
              <a:gdLst/>
              <a:ahLst/>
              <a:cxnLst/>
              <a:rect r="r" b="b" t="t" l="l"/>
              <a:pathLst>
                <a:path h="5364645" w="1925274">
                  <a:moveTo>
                    <a:pt x="0" y="0"/>
                  </a:moveTo>
                  <a:lnTo>
                    <a:pt x="1925274" y="0"/>
                  </a:lnTo>
                  <a:lnTo>
                    <a:pt x="1925274" y="5364645"/>
                  </a:lnTo>
                  <a:lnTo>
                    <a:pt x="0" y="5364645"/>
                  </a:lnTo>
                  <a:lnTo>
                    <a:pt x="0" y="0"/>
                  </a:lnTo>
                  <a:close/>
                </a:path>
              </a:pathLst>
            </a:custGeom>
            <a:solidFill>
              <a:srgbClr val="FFEBE3"/>
            </a:solidFill>
          </p:spPr>
        </p:sp>
        <p:sp>
          <p:nvSpPr>
            <p:cNvPr name="Freeform 25" id="25"/>
            <p:cNvSpPr/>
            <p:nvPr/>
          </p:nvSpPr>
          <p:spPr>
            <a:xfrm flipH="false" flipV="false" rot="0">
              <a:off x="0" y="0"/>
              <a:ext cx="2070053" cy="5509425"/>
            </a:xfrm>
            <a:custGeom>
              <a:avLst/>
              <a:gdLst/>
              <a:ahLst/>
              <a:cxnLst/>
              <a:rect r="r" b="b" t="t" l="l"/>
              <a:pathLst>
                <a:path h="5509425" w="2070053">
                  <a:moveTo>
                    <a:pt x="1925273" y="5364645"/>
                  </a:moveTo>
                  <a:lnTo>
                    <a:pt x="2070053" y="5364645"/>
                  </a:lnTo>
                  <a:lnTo>
                    <a:pt x="2070053" y="5509425"/>
                  </a:lnTo>
                  <a:lnTo>
                    <a:pt x="1925273" y="5509425"/>
                  </a:lnTo>
                  <a:lnTo>
                    <a:pt x="1925273" y="5364645"/>
                  </a:lnTo>
                  <a:close/>
                  <a:moveTo>
                    <a:pt x="0" y="144780"/>
                  </a:moveTo>
                  <a:lnTo>
                    <a:pt x="144780" y="144780"/>
                  </a:lnTo>
                  <a:lnTo>
                    <a:pt x="144780" y="5364645"/>
                  </a:lnTo>
                  <a:lnTo>
                    <a:pt x="0" y="5364645"/>
                  </a:lnTo>
                  <a:lnTo>
                    <a:pt x="0" y="144780"/>
                  </a:lnTo>
                  <a:close/>
                  <a:moveTo>
                    <a:pt x="0" y="5364645"/>
                  </a:moveTo>
                  <a:lnTo>
                    <a:pt x="144780" y="5364645"/>
                  </a:lnTo>
                  <a:lnTo>
                    <a:pt x="144780" y="5509425"/>
                  </a:lnTo>
                  <a:lnTo>
                    <a:pt x="0" y="5509425"/>
                  </a:lnTo>
                  <a:lnTo>
                    <a:pt x="0" y="5364645"/>
                  </a:lnTo>
                  <a:close/>
                  <a:moveTo>
                    <a:pt x="1925273" y="144780"/>
                  </a:moveTo>
                  <a:lnTo>
                    <a:pt x="2070053" y="144780"/>
                  </a:lnTo>
                  <a:lnTo>
                    <a:pt x="2070053" y="5364645"/>
                  </a:lnTo>
                  <a:lnTo>
                    <a:pt x="1925273" y="5364645"/>
                  </a:lnTo>
                  <a:lnTo>
                    <a:pt x="1925273" y="144780"/>
                  </a:lnTo>
                  <a:close/>
                  <a:moveTo>
                    <a:pt x="144780" y="5364645"/>
                  </a:moveTo>
                  <a:lnTo>
                    <a:pt x="1925273" y="5364645"/>
                  </a:lnTo>
                  <a:lnTo>
                    <a:pt x="1925273" y="5509425"/>
                  </a:lnTo>
                  <a:lnTo>
                    <a:pt x="144780" y="5509425"/>
                  </a:lnTo>
                  <a:lnTo>
                    <a:pt x="144780" y="5364645"/>
                  </a:lnTo>
                  <a:close/>
                  <a:moveTo>
                    <a:pt x="1925273" y="0"/>
                  </a:moveTo>
                  <a:lnTo>
                    <a:pt x="2070053" y="0"/>
                  </a:lnTo>
                  <a:lnTo>
                    <a:pt x="2070053" y="144780"/>
                  </a:lnTo>
                  <a:lnTo>
                    <a:pt x="1925273" y="144780"/>
                  </a:lnTo>
                  <a:lnTo>
                    <a:pt x="1925273" y="0"/>
                  </a:lnTo>
                  <a:close/>
                  <a:moveTo>
                    <a:pt x="0" y="0"/>
                  </a:moveTo>
                  <a:lnTo>
                    <a:pt x="144780" y="0"/>
                  </a:lnTo>
                  <a:lnTo>
                    <a:pt x="144780" y="144780"/>
                  </a:lnTo>
                  <a:lnTo>
                    <a:pt x="0" y="144780"/>
                  </a:lnTo>
                  <a:lnTo>
                    <a:pt x="0" y="0"/>
                  </a:lnTo>
                  <a:close/>
                  <a:moveTo>
                    <a:pt x="144780" y="0"/>
                  </a:moveTo>
                  <a:lnTo>
                    <a:pt x="1925273" y="0"/>
                  </a:lnTo>
                  <a:lnTo>
                    <a:pt x="1925273" y="144780"/>
                  </a:lnTo>
                  <a:lnTo>
                    <a:pt x="144780" y="144780"/>
                  </a:lnTo>
                  <a:lnTo>
                    <a:pt x="144780" y="0"/>
                  </a:lnTo>
                  <a:close/>
                </a:path>
              </a:pathLst>
            </a:custGeom>
            <a:solidFill>
              <a:srgbClr val="000000"/>
            </a:solidFill>
          </p:spPr>
        </p:sp>
      </p:grpSp>
      <p:sp>
        <p:nvSpPr>
          <p:cNvPr name="Freeform 26" id="26"/>
          <p:cNvSpPr/>
          <p:nvPr/>
        </p:nvSpPr>
        <p:spPr>
          <a:xfrm flipH="false" flipV="false" rot="-5400000">
            <a:off x="11891317" y="7557059"/>
            <a:ext cx="179101" cy="268819"/>
          </a:xfrm>
          <a:custGeom>
            <a:avLst/>
            <a:gdLst/>
            <a:ahLst/>
            <a:cxnLst/>
            <a:rect r="r" b="b" t="t" l="l"/>
            <a:pathLst>
              <a:path h="268819" w="179101">
                <a:moveTo>
                  <a:pt x="0" y="0"/>
                </a:moveTo>
                <a:lnTo>
                  <a:pt x="179100" y="0"/>
                </a:lnTo>
                <a:lnTo>
                  <a:pt x="179100" y="268819"/>
                </a:lnTo>
                <a:lnTo>
                  <a:pt x="0" y="2688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7" id="27"/>
          <p:cNvSpPr/>
          <p:nvPr/>
        </p:nvSpPr>
        <p:spPr>
          <a:xfrm flipH="true" flipV="false" rot="-5400000">
            <a:off x="11891317" y="8117196"/>
            <a:ext cx="179101" cy="268819"/>
          </a:xfrm>
          <a:custGeom>
            <a:avLst/>
            <a:gdLst/>
            <a:ahLst/>
            <a:cxnLst/>
            <a:rect r="r" b="b" t="t" l="l"/>
            <a:pathLst>
              <a:path h="268819" w="179101">
                <a:moveTo>
                  <a:pt x="179100" y="0"/>
                </a:moveTo>
                <a:lnTo>
                  <a:pt x="0" y="0"/>
                </a:lnTo>
                <a:lnTo>
                  <a:pt x="0" y="268819"/>
                </a:lnTo>
                <a:lnTo>
                  <a:pt x="179100" y="268819"/>
                </a:lnTo>
                <a:lnTo>
                  <a:pt x="1791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28" id="28"/>
          <p:cNvSpPr/>
          <p:nvPr/>
        </p:nvSpPr>
        <p:spPr>
          <a:xfrm rot="0">
            <a:off x="11788784" y="7955213"/>
            <a:ext cx="355600" cy="0"/>
          </a:xfrm>
          <a:prstGeom prst="line">
            <a:avLst/>
          </a:prstGeom>
          <a:ln cap="flat" w="28575">
            <a:solidFill>
              <a:srgbClr val="000000"/>
            </a:solidFill>
            <a:prstDash val="solid"/>
            <a:headEnd type="none" len="sm" w="sm"/>
            <a:tailEnd type="none" len="sm" w="sm"/>
          </a:ln>
        </p:spPr>
      </p:sp>
      <p:grpSp>
        <p:nvGrpSpPr>
          <p:cNvPr name="Group 29" id="29"/>
          <p:cNvGrpSpPr/>
          <p:nvPr/>
        </p:nvGrpSpPr>
        <p:grpSpPr>
          <a:xfrm rot="0">
            <a:off x="7685717" y="3097396"/>
            <a:ext cx="4103067" cy="5417954"/>
            <a:chOff x="0" y="0"/>
            <a:chExt cx="20784306" cy="27444934"/>
          </a:xfrm>
        </p:grpSpPr>
        <p:sp>
          <p:nvSpPr>
            <p:cNvPr name="Freeform 30" id="30"/>
            <p:cNvSpPr/>
            <p:nvPr/>
          </p:nvSpPr>
          <p:spPr>
            <a:xfrm flipH="false" flipV="false" rot="0">
              <a:off x="72390" y="72390"/>
              <a:ext cx="20639526" cy="27300153"/>
            </a:xfrm>
            <a:custGeom>
              <a:avLst/>
              <a:gdLst/>
              <a:ahLst/>
              <a:cxnLst/>
              <a:rect r="r" b="b" t="t" l="l"/>
              <a:pathLst>
                <a:path h="27300153" w="20639526">
                  <a:moveTo>
                    <a:pt x="0" y="0"/>
                  </a:moveTo>
                  <a:lnTo>
                    <a:pt x="20639526" y="0"/>
                  </a:lnTo>
                  <a:lnTo>
                    <a:pt x="20639526" y="27300153"/>
                  </a:lnTo>
                  <a:lnTo>
                    <a:pt x="0" y="27300153"/>
                  </a:lnTo>
                  <a:lnTo>
                    <a:pt x="0" y="0"/>
                  </a:lnTo>
                  <a:close/>
                </a:path>
              </a:pathLst>
            </a:custGeom>
            <a:solidFill>
              <a:srgbClr val="FFFFFF"/>
            </a:solidFill>
          </p:spPr>
        </p:sp>
        <p:sp>
          <p:nvSpPr>
            <p:cNvPr name="Freeform 31" id="31"/>
            <p:cNvSpPr/>
            <p:nvPr/>
          </p:nvSpPr>
          <p:spPr>
            <a:xfrm flipH="false" flipV="false" rot="0">
              <a:off x="0" y="0"/>
              <a:ext cx="20784307" cy="27444936"/>
            </a:xfrm>
            <a:custGeom>
              <a:avLst/>
              <a:gdLst/>
              <a:ahLst/>
              <a:cxnLst/>
              <a:rect r="r" b="b" t="t" l="l"/>
              <a:pathLst>
                <a:path h="27444936" w="20784307">
                  <a:moveTo>
                    <a:pt x="20639526" y="27300154"/>
                  </a:moveTo>
                  <a:lnTo>
                    <a:pt x="20784307" y="27300154"/>
                  </a:lnTo>
                  <a:lnTo>
                    <a:pt x="20784307" y="27444936"/>
                  </a:lnTo>
                  <a:lnTo>
                    <a:pt x="20639526" y="27444936"/>
                  </a:lnTo>
                  <a:lnTo>
                    <a:pt x="20639526" y="27300154"/>
                  </a:lnTo>
                  <a:close/>
                  <a:moveTo>
                    <a:pt x="0" y="144780"/>
                  </a:moveTo>
                  <a:lnTo>
                    <a:pt x="144780" y="144780"/>
                  </a:lnTo>
                  <a:lnTo>
                    <a:pt x="144780" y="27300154"/>
                  </a:lnTo>
                  <a:lnTo>
                    <a:pt x="0" y="27300154"/>
                  </a:lnTo>
                  <a:lnTo>
                    <a:pt x="0" y="144780"/>
                  </a:lnTo>
                  <a:close/>
                  <a:moveTo>
                    <a:pt x="0" y="27300154"/>
                  </a:moveTo>
                  <a:lnTo>
                    <a:pt x="144780" y="27300154"/>
                  </a:lnTo>
                  <a:lnTo>
                    <a:pt x="144780" y="27444936"/>
                  </a:lnTo>
                  <a:lnTo>
                    <a:pt x="0" y="27444936"/>
                  </a:lnTo>
                  <a:lnTo>
                    <a:pt x="0" y="27300154"/>
                  </a:lnTo>
                  <a:close/>
                  <a:moveTo>
                    <a:pt x="20639526" y="144780"/>
                  </a:moveTo>
                  <a:lnTo>
                    <a:pt x="20784307" y="144780"/>
                  </a:lnTo>
                  <a:lnTo>
                    <a:pt x="20784307" y="27300154"/>
                  </a:lnTo>
                  <a:lnTo>
                    <a:pt x="20639526" y="27300154"/>
                  </a:lnTo>
                  <a:lnTo>
                    <a:pt x="20639526" y="144780"/>
                  </a:lnTo>
                  <a:close/>
                  <a:moveTo>
                    <a:pt x="144780" y="27300154"/>
                  </a:moveTo>
                  <a:lnTo>
                    <a:pt x="20639526" y="27300154"/>
                  </a:lnTo>
                  <a:lnTo>
                    <a:pt x="20639526" y="27444936"/>
                  </a:lnTo>
                  <a:lnTo>
                    <a:pt x="144780" y="27444936"/>
                  </a:lnTo>
                  <a:lnTo>
                    <a:pt x="144780" y="27300154"/>
                  </a:lnTo>
                  <a:close/>
                  <a:moveTo>
                    <a:pt x="20639526" y="0"/>
                  </a:moveTo>
                  <a:lnTo>
                    <a:pt x="20784307" y="0"/>
                  </a:lnTo>
                  <a:lnTo>
                    <a:pt x="20784307" y="144780"/>
                  </a:lnTo>
                  <a:lnTo>
                    <a:pt x="20639526" y="144780"/>
                  </a:lnTo>
                  <a:lnTo>
                    <a:pt x="20639526" y="0"/>
                  </a:lnTo>
                  <a:close/>
                  <a:moveTo>
                    <a:pt x="0" y="0"/>
                  </a:moveTo>
                  <a:lnTo>
                    <a:pt x="144780" y="0"/>
                  </a:lnTo>
                  <a:lnTo>
                    <a:pt x="144780" y="144780"/>
                  </a:lnTo>
                  <a:lnTo>
                    <a:pt x="0" y="144780"/>
                  </a:lnTo>
                  <a:lnTo>
                    <a:pt x="0" y="0"/>
                  </a:lnTo>
                  <a:close/>
                  <a:moveTo>
                    <a:pt x="144780" y="0"/>
                  </a:moveTo>
                  <a:lnTo>
                    <a:pt x="20639526" y="0"/>
                  </a:lnTo>
                  <a:lnTo>
                    <a:pt x="20639526" y="144780"/>
                  </a:lnTo>
                  <a:lnTo>
                    <a:pt x="144780" y="144780"/>
                  </a:lnTo>
                  <a:lnTo>
                    <a:pt x="144780" y="0"/>
                  </a:lnTo>
                  <a:close/>
                </a:path>
              </a:pathLst>
            </a:custGeom>
            <a:solidFill>
              <a:srgbClr val="000000"/>
            </a:solidFill>
          </p:spPr>
        </p:sp>
      </p:grpSp>
      <p:grpSp>
        <p:nvGrpSpPr>
          <p:cNvPr name="Group 32" id="32"/>
          <p:cNvGrpSpPr/>
          <p:nvPr/>
        </p:nvGrpSpPr>
        <p:grpSpPr>
          <a:xfrm rot="0">
            <a:off x="7685717" y="2636713"/>
            <a:ext cx="4487233" cy="522382"/>
            <a:chOff x="0" y="0"/>
            <a:chExt cx="22730319" cy="2646154"/>
          </a:xfrm>
        </p:grpSpPr>
        <p:sp>
          <p:nvSpPr>
            <p:cNvPr name="Freeform 33" id="33"/>
            <p:cNvSpPr/>
            <p:nvPr/>
          </p:nvSpPr>
          <p:spPr>
            <a:xfrm flipH="false" flipV="false" rot="0">
              <a:off x="72390" y="72390"/>
              <a:ext cx="22585539" cy="2501374"/>
            </a:xfrm>
            <a:custGeom>
              <a:avLst/>
              <a:gdLst/>
              <a:ahLst/>
              <a:cxnLst/>
              <a:rect r="r" b="b" t="t" l="l"/>
              <a:pathLst>
                <a:path h="2501374" w="22585539">
                  <a:moveTo>
                    <a:pt x="0" y="0"/>
                  </a:moveTo>
                  <a:lnTo>
                    <a:pt x="22585539" y="0"/>
                  </a:lnTo>
                  <a:lnTo>
                    <a:pt x="22585539" y="2501374"/>
                  </a:lnTo>
                  <a:lnTo>
                    <a:pt x="0" y="2501374"/>
                  </a:lnTo>
                  <a:lnTo>
                    <a:pt x="0" y="0"/>
                  </a:lnTo>
                  <a:close/>
                </a:path>
              </a:pathLst>
            </a:custGeom>
            <a:solidFill>
              <a:srgbClr val="FFEBE3"/>
            </a:solidFill>
          </p:spPr>
        </p:sp>
        <p:sp>
          <p:nvSpPr>
            <p:cNvPr name="Freeform 34" id="34"/>
            <p:cNvSpPr/>
            <p:nvPr/>
          </p:nvSpPr>
          <p:spPr>
            <a:xfrm flipH="false" flipV="false" rot="0">
              <a:off x="0" y="0"/>
              <a:ext cx="22730320" cy="2646154"/>
            </a:xfrm>
            <a:custGeom>
              <a:avLst/>
              <a:gdLst/>
              <a:ahLst/>
              <a:cxnLst/>
              <a:rect r="r" b="b" t="t" l="l"/>
              <a:pathLst>
                <a:path h="2646154" w="22730320">
                  <a:moveTo>
                    <a:pt x="22585539" y="2501374"/>
                  </a:moveTo>
                  <a:lnTo>
                    <a:pt x="22730320" y="2501374"/>
                  </a:lnTo>
                  <a:lnTo>
                    <a:pt x="22730320" y="2646154"/>
                  </a:lnTo>
                  <a:lnTo>
                    <a:pt x="22585539" y="2646154"/>
                  </a:lnTo>
                  <a:lnTo>
                    <a:pt x="22585539" y="2501374"/>
                  </a:lnTo>
                  <a:close/>
                  <a:moveTo>
                    <a:pt x="0" y="144780"/>
                  </a:moveTo>
                  <a:lnTo>
                    <a:pt x="144780" y="144780"/>
                  </a:lnTo>
                  <a:lnTo>
                    <a:pt x="144780" y="2501374"/>
                  </a:lnTo>
                  <a:lnTo>
                    <a:pt x="0" y="2501374"/>
                  </a:lnTo>
                  <a:lnTo>
                    <a:pt x="0" y="144780"/>
                  </a:lnTo>
                  <a:close/>
                  <a:moveTo>
                    <a:pt x="0" y="2501374"/>
                  </a:moveTo>
                  <a:lnTo>
                    <a:pt x="144780" y="2501374"/>
                  </a:lnTo>
                  <a:lnTo>
                    <a:pt x="144780" y="2646154"/>
                  </a:lnTo>
                  <a:lnTo>
                    <a:pt x="0" y="2646154"/>
                  </a:lnTo>
                  <a:lnTo>
                    <a:pt x="0" y="2501374"/>
                  </a:lnTo>
                  <a:close/>
                  <a:moveTo>
                    <a:pt x="22585539" y="144780"/>
                  </a:moveTo>
                  <a:lnTo>
                    <a:pt x="22730320" y="144780"/>
                  </a:lnTo>
                  <a:lnTo>
                    <a:pt x="22730320" y="2501374"/>
                  </a:lnTo>
                  <a:lnTo>
                    <a:pt x="22585539" y="2501374"/>
                  </a:lnTo>
                  <a:lnTo>
                    <a:pt x="22585539" y="144780"/>
                  </a:lnTo>
                  <a:close/>
                  <a:moveTo>
                    <a:pt x="144780" y="2501374"/>
                  </a:moveTo>
                  <a:lnTo>
                    <a:pt x="22585539" y="2501374"/>
                  </a:lnTo>
                  <a:lnTo>
                    <a:pt x="22585539" y="2646154"/>
                  </a:lnTo>
                  <a:lnTo>
                    <a:pt x="144780" y="2646154"/>
                  </a:lnTo>
                  <a:lnTo>
                    <a:pt x="144780" y="2501374"/>
                  </a:lnTo>
                  <a:close/>
                  <a:moveTo>
                    <a:pt x="22585539" y="0"/>
                  </a:moveTo>
                  <a:lnTo>
                    <a:pt x="22730320" y="0"/>
                  </a:lnTo>
                  <a:lnTo>
                    <a:pt x="22730320" y="144780"/>
                  </a:lnTo>
                  <a:lnTo>
                    <a:pt x="22585539" y="144780"/>
                  </a:lnTo>
                  <a:lnTo>
                    <a:pt x="22585539" y="0"/>
                  </a:lnTo>
                  <a:close/>
                  <a:moveTo>
                    <a:pt x="0" y="0"/>
                  </a:moveTo>
                  <a:lnTo>
                    <a:pt x="144780" y="0"/>
                  </a:lnTo>
                  <a:lnTo>
                    <a:pt x="144780" y="144780"/>
                  </a:lnTo>
                  <a:lnTo>
                    <a:pt x="0" y="144780"/>
                  </a:lnTo>
                  <a:lnTo>
                    <a:pt x="0" y="0"/>
                  </a:lnTo>
                  <a:close/>
                  <a:moveTo>
                    <a:pt x="144780" y="0"/>
                  </a:moveTo>
                  <a:lnTo>
                    <a:pt x="22585539" y="0"/>
                  </a:lnTo>
                  <a:lnTo>
                    <a:pt x="22585539" y="144780"/>
                  </a:lnTo>
                  <a:lnTo>
                    <a:pt x="144780" y="144780"/>
                  </a:lnTo>
                  <a:lnTo>
                    <a:pt x="144780" y="0"/>
                  </a:lnTo>
                  <a:close/>
                </a:path>
              </a:pathLst>
            </a:custGeom>
            <a:solidFill>
              <a:srgbClr val="000000"/>
            </a:solidFill>
          </p:spPr>
        </p:sp>
      </p:grpSp>
      <p:sp>
        <p:nvSpPr>
          <p:cNvPr name="Freeform 35" id="35"/>
          <p:cNvSpPr/>
          <p:nvPr/>
        </p:nvSpPr>
        <p:spPr>
          <a:xfrm flipH="false" flipV="false" rot="0">
            <a:off x="11788784" y="2775738"/>
            <a:ext cx="244332" cy="244332"/>
          </a:xfrm>
          <a:custGeom>
            <a:avLst/>
            <a:gdLst/>
            <a:ahLst/>
            <a:cxnLst/>
            <a:rect r="r" b="b" t="t" l="l"/>
            <a:pathLst>
              <a:path h="244332" w="244332">
                <a:moveTo>
                  <a:pt x="0" y="0"/>
                </a:moveTo>
                <a:lnTo>
                  <a:pt x="244332" y="0"/>
                </a:lnTo>
                <a:lnTo>
                  <a:pt x="244332" y="244332"/>
                </a:lnTo>
                <a:lnTo>
                  <a:pt x="0" y="2443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6" id="36"/>
          <p:cNvSpPr/>
          <p:nvPr/>
        </p:nvSpPr>
        <p:spPr>
          <a:xfrm flipH="false" flipV="false" rot="0">
            <a:off x="5729271" y="6708009"/>
            <a:ext cx="1279852" cy="1279852"/>
          </a:xfrm>
          <a:custGeom>
            <a:avLst/>
            <a:gdLst/>
            <a:ahLst/>
            <a:cxnLst/>
            <a:rect r="r" b="b" t="t" l="l"/>
            <a:pathLst>
              <a:path h="1279852" w="1279852">
                <a:moveTo>
                  <a:pt x="0" y="0"/>
                </a:moveTo>
                <a:lnTo>
                  <a:pt x="1279852" y="0"/>
                </a:lnTo>
                <a:lnTo>
                  <a:pt x="1279852" y="1279853"/>
                </a:lnTo>
                <a:lnTo>
                  <a:pt x="0" y="127985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7" id="37"/>
          <p:cNvSpPr/>
          <p:nvPr/>
        </p:nvSpPr>
        <p:spPr>
          <a:xfrm flipH="false" flipV="false" rot="-5400000">
            <a:off x="5824049" y="6797737"/>
            <a:ext cx="592839" cy="1100397"/>
          </a:xfrm>
          <a:custGeom>
            <a:avLst/>
            <a:gdLst/>
            <a:ahLst/>
            <a:cxnLst/>
            <a:rect r="r" b="b" t="t" l="l"/>
            <a:pathLst>
              <a:path h="1100397" w="592839">
                <a:moveTo>
                  <a:pt x="0" y="0"/>
                </a:moveTo>
                <a:lnTo>
                  <a:pt x="592839" y="0"/>
                </a:lnTo>
                <a:lnTo>
                  <a:pt x="592839" y="1100397"/>
                </a:lnTo>
                <a:lnTo>
                  <a:pt x="0" y="110039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8" id="38"/>
          <p:cNvSpPr txBox="true"/>
          <p:nvPr/>
        </p:nvSpPr>
        <p:spPr>
          <a:xfrm rot="0">
            <a:off x="8881607" y="3413693"/>
            <a:ext cx="2674224" cy="4480560"/>
          </a:xfrm>
          <a:prstGeom prst="rect">
            <a:avLst/>
          </a:prstGeom>
        </p:spPr>
        <p:txBody>
          <a:bodyPr anchor="t" rtlCol="false" tIns="0" lIns="0" bIns="0" rIns="0">
            <a:spAutoFit/>
          </a:bodyPr>
          <a:lstStyle/>
          <a:p>
            <a:pPr algn="l">
              <a:lnSpc>
                <a:spcPts val="6000"/>
              </a:lnSpc>
            </a:pPr>
            <a:r>
              <a:rPr lang="en-US" sz="2400">
                <a:solidFill>
                  <a:srgbClr val="000000"/>
                </a:solidFill>
                <a:latin typeface="Cartograph Mono"/>
                <a:ea typeface="Cartograph Mono"/>
                <a:cs typeface="Cartograph Mono"/>
                <a:sym typeface="Cartograph Mono"/>
              </a:rPr>
              <a:t>Introduction</a:t>
            </a:r>
          </a:p>
          <a:p>
            <a:pPr algn="l">
              <a:lnSpc>
                <a:spcPts val="6000"/>
              </a:lnSpc>
            </a:pPr>
            <a:r>
              <a:rPr lang="en-US" sz="2400">
                <a:solidFill>
                  <a:srgbClr val="000000"/>
                </a:solidFill>
                <a:latin typeface="Cartograph Mono"/>
                <a:ea typeface="Cartograph Mono"/>
                <a:cs typeface="Cartograph Mono"/>
                <a:sym typeface="Cartograph Mono"/>
              </a:rPr>
              <a:t>Related Work</a:t>
            </a:r>
          </a:p>
          <a:p>
            <a:pPr algn="l">
              <a:lnSpc>
                <a:spcPts val="6000"/>
              </a:lnSpc>
            </a:pPr>
            <a:r>
              <a:rPr lang="en-US" sz="2400">
                <a:solidFill>
                  <a:srgbClr val="000000"/>
                </a:solidFill>
                <a:latin typeface="Cartograph Mono"/>
                <a:ea typeface="Cartograph Mono"/>
                <a:cs typeface="Cartograph Mono"/>
                <a:sym typeface="Cartograph Mono"/>
              </a:rPr>
              <a:t>Methodology</a:t>
            </a:r>
          </a:p>
          <a:p>
            <a:pPr algn="l">
              <a:lnSpc>
                <a:spcPts val="6000"/>
              </a:lnSpc>
            </a:pPr>
            <a:r>
              <a:rPr lang="en-US" sz="2400">
                <a:solidFill>
                  <a:srgbClr val="000000"/>
                </a:solidFill>
                <a:latin typeface="Cartograph Mono"/>
                <a:ea typeface="Cartograph Mono"/>
                <a:cs typeface="Cartograph Mono"/>
                <a:sym typeface="Cartograph Mono"/>
              </a:rPr>
              <a:t>Modules</a:t>
            </a:r>
          </a:p>
          <a:p>
            <a:pPr algn="l">
              <a:lnSpc>
                <a:spcPts val="6000"/>
              </a:lnSpc>
            </a:pPr>
            <a:r>
              <a:rPr lang="en-US" sz="2400">
                <a:solidFill>
                  <a:srgbClr val="000000"/>
                </a:solidFill>
                <a:latin typeface="Cartograph Mono"/>
                <a:ea typeface="Cartograph Mono"/>
                <a:cs typeface="Cartograph Mono"/>
                <a:sym typeface="Cartograph Mono"/>
              </a:rPr>
              <a:t>Results</a:t>
            </a:r>
          </a:p>
          <a:p>
            <a:pPr algn="l">
              <a:lnSpc>
                <a:spcPts val="6000"/>
              </a:lnSpc>
            </a:pPr>
            <a:r>
              <a:rPr lang="en-US" sz="2400">
                <a:solidFill>
                  <a:srgbClr val="000000"/>
                </a:solidFill>
                <a:latin typeface="Cartograph Mono"/>
                <a:ea typeface="Cartograph Mono"/>
                <a:cs typeface="Cartograph Mono"/>
                <a:sym typeface="Cartograph Mono"/>
              </a:rPr>
              <a:t>Conclusion</a:t>
            </a:r>
          </a:p>
        </p:txBody>
      </p:sp>
      <p:sp>
        <p:nvSpPr>
          <p:cNvPr name="TextBox 39" id="39"/>
          <p:cNvSpPr txBox="true"/>
          <p:nvPr/>
        </p:nvSpPr>
        <p:spPr>
          <a:xfrm rot="0">
            <a:off x="7918670" y="3413693"/>
            <a:ext cx="864989" cy="4480560"/>
          </a:xfrm>
          <a:prstGeom prst="rect">
            <a:avLst/>
          </a:prstGeom>
        </p:spPr>
        <p:txBody>
          <a:bodyPr anchor="t" rtlCol="false" tIns="0" lIns="0" bIns="0" rIns="0">
            <a:spAutoFit/>
          </a:bodyPr>
          <a:lstStyle/>
          <a:p>
            <a:pPr algn="ctr">
              <a:lnSpc>
                <a:spcPts val="6000"/>
              </a:lnSpc>
            </a:pPr>
            <a:r>
              <a:rPr lang="en-US" sz="2400" b="true">
                <a:solidFill>
                  <a:srgbClr val="000000"/>
                </a:solidFill>
                <a:latin typeface="Cartograph Mono Bold"/>
                <a:ea typeface="Cartograph Mono Bold"/>
                <a:cs typeface="Cartograph Mono Bold"/>
                <a:sym typeface="Cartograph Mono Bold"/>
              </a:rPr>
              <a:t>01</a:t>
            </a:r>
          </a:p>
          <a:p>
            <a:pPr algn="ctr">
              <a:lnSpc>
                <a:spcPts val="6000"/>
              </a:lnSpc>
            </a:pPr>
            <a:r>
              <a:rPr lang="en-US" sz="2400" b="true">
                <a:solidFill>
                  <a:srgbClr val="000000"/>
                </a:solidFill>
                <a:latin typeface="Cartograph Mono Bold"/>
                <a:ea typeface="Cartograph Mono Bold"/>
                <a:cs typeface="Cartograph Mono Bold"/>
                <a:sym typeface="Cartograph Mono Bold"/>
              </a:rPr>
              <a:t>02</a:t>
            </a:r>
          </a:p>
          <a:p>
            <a:pPr algn="ctr">
              <a:lnSpc>
                <a:spcPts val="6000"/>
              </a:lnSpc>
            </a:pPr>
            <a:r>
              <a:rPr lang="en-US" sz="2400" b="true">
                <a:solidFill>
                  <a:srgbClr val="000000"/>
                </a:solidFill>
                <a:latin typeface="Cartograph Mono Bold"/>
                <a:ea typeface="Cartograph Mono Bold"/>
                <a:cs typeface="Cartograph Mono Bold"/>
                <a:sym typeface="Cartograph Mono Bold"/>
              </a:rPr>
              <a:t>03</a:t>
            </a:r>
          </a:p>
          <a:p>
            <a:pPr algn="ctr">
              <a:lnSpc>
                <a:spcPts val="6000"/>
              </a:lnSpc>
            </a:pPr>
            <a:r>
              <a:rPr lang="en-US" sz="2400" b="true">
                <a:solidFill>
                  <a:srgbClr val="000000"/>
                </a:solidFill>
                <a:latin typeface="Cartograph Mono Bold"/>
                <a:ea typeface="Cartograph Mono Bold"/>
                <a:cs typeface="Cartograph Mono Bold"/>
                <a:sym typeface="Cartograph Mono Bold"/>
              </a:rPr>
              <a:t>04</a:t>
            </a:r>
          </a:p>
          <a:p>
            <a:pPr algn="ctr">
              <a:lnSpc>
                <a:spcPts val="6000"/>
              </a:lnSpc>
            </a:pPr>
            <a:r>
              <a:rPr lang="en-US" b="true" sz="2400">
                <a:solidFill>
                  <a:srgbClr val="000000"/>
                </a:solidFill>
                <a:latin typeface="Cartograph Mono Bold"/>
                <a:ea typeface="Cartograph Mono Bold"/>
                <a:cs typeface="Cartograph Mono Bold"/>
                <a:sym typeface="Cartograph Mono Bold"/>
              </a:rPr>
              <a:t>05</a:t>
            </a:r>
          </a:p>
          <a:p>
            <a:pPr algn="ctr">
              <a:lnSpc>
                <a:spcPts val="6000"/>
              </a:lnSpc>
            </a:pPr>
            <a:r>
              <a:rPr lang="en-US" b="true" sz="2400">
                <a:solidFill>
                  <a:srgbClr val="000000"/>
                </a:solidFill>
                <a:latin typeface="Cartograph Mono Bold"/>
                <a:ea typeface="Cartograph Mono Bold"/>
                <a:cs typeface="Cartograph Mono Bold"/>
                <a:sym typeface="Cartograph Mono Bold"/>
              </a:rPr>
              <a:t>06</a:t>
            </a:r>
          </a:p>
        </p:txBody>
      </p:sp>
    </p:spTree>
  </p:cSld>
  <p:clrMapOvr>
    <a:masterClrMapping/>
  </p:clrMapOvr>
  <p:transition spd="slow">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6F2F2"/>
        </a:solidFill>
      </p:bgPr>
    </p:bg>
    <p:spTree>
      <p:nvGrpSpPr>
        <p:cNvPr id="1" name=""/>
        <p:cNvGrpSpPr/>
        <p:nvPr/>
      </p:nvGrpSpPr>
      <p:grpSpPr>
        <a:xfrm>
          <a:off x="0" y="0"/>
          <a:ext cx="0" cy="0"/>
          <a:chOff x="0" y="0"/>
          <a:chExt cx="0" cy="0"/>
        </a:xfrm>
      </p:grpSpPr>
      <p:grpSp>
        <p:nvGrpSpPr>
          <p:cNvPr name="Group 2" id="2"/>
          <p:cNvGrpSpPr/>
          <p:nvPr/>
        </p:nvGrpSpPr>
        <p:grpSpPr>
          <a:xfrm rot="0">
            <a:off x="15697200" y="2497304"/>
            <a:ext cx="3819003" cy="3819003"/>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AD486"/>
            </a:solidFill>
          </p:spPr>
        </p:sp>
      </p:grpSp>
      <p:grpSp>
        <p:nvGrpSpPr>
          <p:cNvPr name="Group 4" id="4"/>
          <p:cNvGrpSpPr/>
          <p:nvPr/>
        </p:nvGrpSpPr>
        <p:grpSpPr>
          <a:xfrm rot="0">
            <a:off x="666750" y="1472354"/>
            <a:ext cx="16954500" cy="8147896"/>
            <a:chOff x="0" y="0"/>
            <a:chExt cx="32818334" cy="15771645"/>
          </a:xfrm>
        </p:grpSpPr>
        <p:sp>
          <p:nvSpPr>
            <p:cNvPr name="Freeform 5" id="5"/>
            <p:cNvSpPr/>
            <p:nvPr/>
          </p:nvSpPr>
          <p:spPr>
            <a:xfrm flipH="false" flipV="false" rot="0">
              <a:off x="0" y="0"/>
              <a:ext cx="32818335" cy="15771645"/>
            </a:xfrm>
            <a:custGeom>
              <a:avLst/>
              <a:gdLst/>
              <a:ahLst/>
              <a:cxnLst/>
              <a:rect r="r" b="b" t="t" l="l"/>
              <a:pathLst>
                <a:path h="15771645" w="32818335">
                  <a:moveTo>
                    <a:pt x="0" y="0"/>
                  </a:moveTo>
                  <a:lnTo>
                    <a:pt x="0" y="15771645"/>
                  </a:lnTo>
                  <a:lnTo>
                    <a:pt x="32818335" y="15771645"/>
                  </a:lnTo>
                  <a:lnTo>
                    <a:pt x="32818335" y="0"/>
                  </a:lnTo>
                  <a:lnTo>
                    <a:pt x="0" y="0"/>
                  </a:lnTo>
                  <a:close/>
                  <a:moveTo>
                    <a:pt x="32757374" y="15710684"/>
                  </a:moveTo>
                  <a:lnTo>
                    <a:pt x="59690" y="15710684"/>
                  </a:lnTo>
                  <a:lnTo>
                    <a:pt x="59690" y="59690"/>
                  </a:lnTo>
                  <a:lnTo>
                    <a:pt x="32757374" y="59690"/>
                  </a:lnTo>
                  <a:lnTo>
                    <a:pt x="32757374" y="15710684"/>
                  </a:lnTo>
                  <a:close/>
                </a:path>
              </a:pathLst>
            </a:custGeom>
            <a:solidFill>
              <a:srgbClr val="000000"/>
            </a:solidFill>
          </p:spPr>
        </p:sp>
      </p:grpSp>
      <p:grpSp>
        <p:nvGrpSpPr>
          <p:cNvPr name="Group 6" id="6"/>
          <p:cNvGrpSpPr/>
          <p:nvPr/>
        </p:nvGrpSpPr>
        <p:grpSpPr>
          <a:xfrm rot="0">
            <a:off x="666750" y="666750"/>
            <a:ext cx="16954500" cy="866314"/>
            <a:chOff x="0" y="0"/>
            <a:chExt cx="90918020" cy="4645584"/>
          </a:xfrm>
        </p:grpSpPr>
        <p:sp>
          <p:nvSpPr>
            <p:cNvPr name="Freeform 7" id="7"/>
            <p:cNvSpPr/>
            <p:nvPr/>
          </p:nvSpPr>
          <p:spPr>
            <a:xfrm flipH="false" flipV="false" rot="0">
              <a:off x="72390" y="72390"/>
              <a:ext cx="90773240" cy="4500805"/>
            </a:xfrm>
            <a:custGeom>
              <a:avLst/>
              <a:gdLst/>
              <a:ahLst/>
              <a:cxnLst/>
              <a:rect r="r" b="b" t="t" l="l"/>
              <a:pathLst>
                <a:path h="4500805" w="90773240">
                  <a:moveTo>
                    <a:pt x="0" y="0"/>
                  </a:moveTo>
                  <a:lnTo>
                    <a:pt x="90773240" y="0"/>
                  </a:lnTo>
                  <a:lnTo>
                    <a:pt x="90773240" y="4500805"/>
                  </a:lnTo>
                  <a:lnTo>
                    <a:pt x="0" y="4500805"/>
                  </a:lnTo>
                  <a:lnTo>
                    <a:pt x="0" y="0"/>
                  </a:lnTo>
                  <a:close/>
                </a:path>
              </a:pathLst>
            </a:custGeom>
            <a:solidFill>
              <a:srgbClr val="9DCED8"/>
            </a:solidFill>
          </p:spPr>
        </p:sp>
        <p:sp>
          <p:nvSpPr>
            <p:cNvPr name="Freeform 8" id="8"/>
            <p:cNvSpPr/>
            <p:nvPr/>
          </p:nvSpPr>
          <p:spPr>
            <a:xfrm flipH="false" flipV="false" rot="0">
              <a:off x="0" y="0"/>
              <a:ext cx="90918023" cy="4645584"/>
            </a:xfrm>
            <a:custGeom>
              <a:avLst/>
              <a:gdLst/>
              <a:ahLst/>
              <a:cxnLst/>
              <a:rect r="r" b="b" t="t" l="l"/>
              <a:pathLst>
                <a:path h="4645584" w="90918023">
                  <a:moveTo>
                    <a:pt x="90773238" y="4500804"/>
                  </a:moveTo>
                  <a:lnTo>
                    <a:pt x="90918023" y="4500804"/>
                  </a:lnTo>
                  <a:lnTo>
                    <a:pt x="90918023" y="4645584"/>
                  </a:lnTo>
                  <a:lnTo>
                    <a:pt x="90773238" y="4645584"/>
                  </a:lnTo>
                  <a:lnTo>
                    <a:pt x="90773238" y="4500804"/>
                  </a:lnTo>
                  <a:close/>
                  <a:moveTo>
                    <a:pt x="0" y="144780"/>
                  </a:moveTo>
                  <a:lnTo>
                    <a:pt x="144780" y="144780"/>
                  </a:lnTo>
                  <a:lnTo>
                    <a:pt x="144780" y="4500804"/>
                  </a:lnTo>
                  <a:lnTo>
                    <a:pt x="0" y="4500804"/>
                  </a:lnTo>
                  <a:lnTo>
                    <a:pt x="0" y="144780"/>
                  </a:lnTo>
                  <a:close/>
                  <a:moveTo>
                    <a:pt x="0" y="4500804"/>
                  </a:moveTo>
                  <a:lnTo>
                    <a:pt x="144780" y="4500804"/>
                  </a:lnTo>
                  <a:lnTo>
                    <a:pt x="144780" y="4645584"/>
                  </a:lnTo>
                  <a:lnTo>
                    <a:pt x="0" y="4645584"/>
                  </a:lnTo>
                  <a:lnTo>
                    <a:pt x="0" y="4500804"/>
                  </a:lnTo>
                  <a:close/>
                  <a:moveTo>
                    <a:pt x="90773238" y="144780"/>
                  </a:moveTo>
                  <a:lnTo>
                    <a:pt x="90918023" y="144780"/>
                  </a:lnTo>
                  <a:lnTo>
                    <a:pt x="90918023" y="4500804"/>
                  </a:lnTo>
                  <a:lnTo>
                    <a:pt x="90773238" y="4500804"/>
                  </a:lnTo>
                  <a:lnTo>
                    <a:pt x="90773238" y="144780"/>
                  </a:lnTo>
                  <a:close/>
                  <a:moveTo>
                    <a:pt x="144780" y="4500804"/>
                  </a:moveTo>
                  <a:lnTo>
                    <a:pt x="90773238" y="4500804"/>
                  </a:lnTo>
                  <a:lnTo>
                    <a:pt x="90773238" y="4645584"/>
                  </a:lnTo>
                  <a:lnTo>
                    <a:pt x="144780" y="4645584"/>
                  </a:lnTo>
                  <a:lnTo>
                    <a:pt x="144780" y="4500804"/>
                  </a:lnTo>
                  <a:close/>
                  <a:moveTo>
                    <a:pt x="90773238" y="0"/>
                  </a:moveTo>
                  <a:lnTo>
                    <a:pt x="90918023" y="0"/>
                  </a:lnTo>
                  <a:lnTo>
                    <a:pt x="90918023" y="144780"/>
                  </a:lnTo>
                  <a:lnTo>
                    <a:pt x="90773238" y="144780"/>
                  </a:lnTo>
                  <a:lnTo>
                    <a:pt x="90773238" y="0"/>
                  </a:lnTo>
                  <a:close/>
                  <a:moveTo>
                    <a:pt x="0" y="0"/>
                  </a:moveTo>
                  <a:lnTo>
                    <a:pt x="144780" y="0"/>
                  </a:lnTo>
                  <a:lnTo>
                    <a:pt x="144780" y="144780"/>
                  </a:lnTo>
                  <a:lnTo>
                    <a:pt x="0" y="144780"/>
                  </a:lnTo>
                  <a:lnTo>
                    <a:pt x="0" y="0"/>
                  </a:lnTo>
                  <a:close/>
                  <a:moveTo>
                    <a:pt x="144780" y="0"/>
                  </a:moveTo>
                  <a:lnTo>
                    <a:pt x="90773238" y="0"/>
                  </a:lnTo>
                  <a:lnTo>
                    <a:pt x="90773238" y="144780"/>
                  </a:lnTo>
                  <a:lnTo>
                    <a:pt x="144780" y="144780"/>
                  </a:lnTo>
                  <a:lnTo>
                    <a:pt x="144780" y="0"/>
                  </a:lnTo>
                  <a:close/>
                </a:path>
              </a:pathLst>
            </a:custGeom>
            <a:solidFill>
              <a:srgbClr val="000000"/>
            </a:solidFill>
          </p:spPr>
        </p:sp>
      </p:grpSp>
      <p:grpSp>
        <p:nvGrpSpPr>
          <p:cNvPr name="Group 9" id="9"/>
          <p:cNvGrpSpPr>
            <a:grpSpLocks noChangeAspect="true"/>
          </p:cNvGrpSpPr>
          <p:nvPr/>
        </p:nvGrpSpPr>
        <p:grpSpPr>
          <a:xfrm rot="0">
            <a:off x="1219200" y="959306"/>
            <a:ext cx="281202" cy="281202"/>
            <a:chOff x="0" y="0"/>
            <a:chExt cx="495300" cy="495300"/>
          </a:xfrm>
        </p:grpSpPr>
        <p:sp>
          <p:nvSpPr>
            <p:cNvPr name="Freeform 10" id="10"/>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1" id="11"/>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4B9B7"/>
            </a:solidFill>
          </p:spPr>
        </p:sp>
      </p:grpSp>
      <p:grpSp>
        <p:nvGrpSpPr>
          <p:cNvPr name="Group 12" id="12"/>
          <p:cNvGrpSpPr>
            <a:grpSpLocks noChangeAspect="true"/>
          </p:cNvGrpSpPr>
          <p:nvPr/>
        </p:nvGrpSpPr>
        <p:grpSpPr>
          <a:xfrm rot="0">
            <a:off x="1742282" y="959306"/>
            <a:ext cx="281202" cy="281202"/>
            <a:chOff x="0" y="0"/>
            <a:chExt cx="495300" cy="495300"/>
          </a:xfrm>
        </p:grpSpPr>
        <p:sp>
          <p:nvSpPr>
            <p:cNvPr name="Freeform 13" id="13"/>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4" id="14"/>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AD486"/>
            </a:solidFill>
          </p:spPr>
        </p:sp>
      </p:grpSp>
      <p:grpSp>
        <p:nvGrpSpPr>
          <p:cNvPr name="Group 15" id="15"/>
          <p:cNvGrpSpPr>
            <a:grpSpLocks noChangeAspect="true"/>
          </p:cNvGrpSpPr>
          <p:nvPr/>
        </p:nvGrpSpPr>
        <p:grpSpPr>
          <a:xfrm rot="0">
            <a:off x="2265364" y="959306"/>
            <a:ext cx="281202" cy="281202"/>
            <a:chOff x="0" y="0"/>
            <a:chExt cx="495300" cy="495300"/>
          </a:xfrm>
        </p:grpSpPr>
        <p:sp>
          <p:nvSpPr>
            <p:cNvPr name="Freeform 16" id="16"/>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7" id="17"/>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CAE4BA"/>
            </a:solidFill>
          </p:spPr>
        </p:sp>
      </p:grpSp>
      <p:sp>
        <p:nvSpPr>
          <p:cNvPr name="Freeform 18" id="18"/>
          <p:cNvSpPr/>
          <p:nvPr/>
        </p:nvSpPr>
        <p:spPr>
          <a:xfrm flipH="false" flipV="false" rot="0">
            <a:off x="16759710" y="945362"/>
            <a:ext cx="309090" cy="309090"/>
          </a:xfrm>
          <a:custGeom>
            <a:avLst/>
            <a:gdLst/>
            <a:ahLst/>
            <a:cxnLst/>
            <a:rect r="r" b="b" t="t" l="l"/>
            <a:pathLst>
              <a:path h="309090" w="309090">
                <a:moveTo>
                  <a:pt x="0" y="0"/>
                </a:moveTo>
                <a:lnTo>
                  <a:pt x="309090" y="0"/>
                </a:lnTo>
                <a:lnTo>
                  <a:pt x="309090" y="309090"/>
                </a:lnTo>
                <a:lnTo>
                  <a:pt x="0" y="3090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19" id="19"/>
          <p:cNvSpPr/>
          <p:nvPr/>
        </p:nvSpPr>
        <p:spPr>
          <a:xfrm rot="-5400000">
            <a:off x="3228745" y="5562370"/>
            <a:ext cx="8087186" cy="0"/>
          </a:xfrm>
          <a:prstGeom prst="line">
            <a:avLst/>
          </a:prstGeom>
          <a:ln cap="rnd" w="28575">
            <a:solidFill>
              <a:srgbClr val="000000"/>
            </a:solidFill>
            <a:prstDash val="solid"/>
            <a:headEnd type="none" len="sm" w="sm"/>
            <a:tailEnd type="none" len="sm" w="sm"/>
          </a:ln>
        </p:spPr>
      </p:sp>
      <p:grpSp>
        <p:nvGrpSpPr>
          <p:cNvPr name="Group 20" id="20"/>
          <p:cNvGrpSpPr/>
          <p:nvPr/>
        </p:nvGrpSpPr>
        <p:grpSpPr>
          <a:xfrm rot="0">
            <a:off x="7258050" y="4621118"/>
            <a:ext cx="10363200" cy="4999132"/>
            <a:chOff x="0" y="0"/>
            <a:chExt cx="52495345" cy="25323371"/>
          </a:xfrm>
        </p:grpSpPr>
        <p:sp>
          <p:nvSpPr>
            <p:cNvPr name="Freeform 21" id="21"/>
            <p:cNvSpPr/>
            <p:nvPr/>
          </p:nvSpPr>
          <p:spPr>
            <a:xfrm flipH="false" flipV="false" rot="0">
              <a:off x="72390" y="72390"/>
              <a:ext cx="52350568" cy="25178591"/>
            </a:xfrm>
            <a:custGeom>
              <a:avLst/>
              <a:gdLst/>
              <a:ahLst/>
              <a:cxnLst/>
              <a:rect r="r" b="b" t="t" l="l"/>
              <a:pathLst>
                <a:path h="25178591" w="52350568">
                  <a:moveTo>
                    <a:pt x="0" y="0"/>
                  </a:moveTo>
                  <a:lnTo>
                    <a:pt x="52350568" y="0"/>
                  </a:lnTo>
                  <a:lnTo>
                    <a:pt x="52350568" y="25178591"/>
                  </a:lnTo>
                  <a:lnTo>
                    <a:pt x="0" y="25178591"/>
                  </a:lnTo>
                  <a:lnTo>
                    <a:pt x="0" y="0"/>
                  </a:lnTo>
                  <a:close/>
                </a:path>
              </a:pathLst>
            </a:custGeom>
            <a:solidFill>
              <a:srgbClr val="FFEBE3"/>
            </a:solidFill>
          </p:spPr>
        </p:sp>
        <p:sp>
          <p:nvSpPr>
            <p:cNvPr name="Freeform 22" id="22"/>
            <p:cNvSpPr/>
            <p:nvPr/>
          </p:nvSpPr>
          <p:spPr>
            <a:xfrm flipH="false" flipV="false" rot="0">
              <a:off x="0" y="0"/>
              <a:ext cx="52495345" cy="25323372"/>
            </a:xfrm>
            <a:custGeom>
              <a:avLst/>
              <a:gdLst/>
              <a:ahLst/>
              <a:cxnLst/>
              <a:rect r="r" b="b" t="t" l="l"/>
              <a:pathLst>
                <a:path h="25323372" w="52495345">
                  <a:moveTo>
                    <a:pt x="52350566" y="25178592"/>
                  </a:moveTo>
                  <a:lnTo>
                    <a:pt x="52495345" y="25178592"/>
                  </a:lnTo>
                  <a:lnTo>
                    <a:pt x="52495345" y="25323372"/>
                  </a:lnTo>
                  <a:lnTo>
                    <a:pt x="52350566" y="25323372"/>
                  </a:lnTo>
                  <a:lnTo>
                    <a:pt x="52350566" y="25178592"/>
                  </a:lnTo>
                  <a:close/>
                  <a:moveTo>
                    <a:pt x="0" y="144780"/>
                  </a:moveTo>
                  <a:lnTo>
                    <a:pt x="144780" y="144780"/>
                  </a:lnTo>
                  <a:lnTo>
                    <a:pt x="144780" y="25178592"/>
                  </a:lnTo>
                  <a:lnTo>
                    <a:pt x="0" y="25178592"/>
                  </a:lnTo>
                  <a:lnTo>
                    <a:pt x="0" y="144780"/>
                  </a:lnTo>
                  <a:close/>
                  <a:moveTo>
                    <a:pt x="0" y="25178592"/>
                  </a:moveTo>
                  <a:lnTo>
                    <a:pt x="144780" y="25178592"/>
                  </a:lnTo>
                  <a:lnTo>
                    <a:pt x="144780" y="25323372"/>
                  </a:lnTo>
                  <a:lnTo>
                    <a:pt x="0" y="25323372"/>
                  </a:lnTo>
                  <a:lnTo>
                    <a:pt x="0" y="25178592"/>
                  </a:lnTo>
                  <a:close/>
                  <a:moveTo>
                    <a:pt x="52350566" y="144780"/>
                  </a:moveTo>
                  <a:lnTo>
                    <a:pt x="52495345" y="144780"/>
                  </a:lnTo>
                  <a:lnTo>
                    <a:pt x="52495345" y="25178592"/>
                  </a:lnTo>
                  <a:lnTo>
                    <a:pt x="52350566" y="25178592"/>
                  </a:lnTo>
                  <a:lnTo>
                    <a:pt x="52350566" y="144780"/>
                  </a:lnTo>
                  <a:close/>
                  <a:moveTo>
                    <a:pt x="144780" y="25178592"/>
                  </a:moveTo>
                  <a:lnTo>
                    <a:pt x="52350566" y="25178592"/>
                  </a:lnTo>
                  <a:lnTo>
                    <a:pt x="52350566" y="25323372"/>
                  </a:lnTo>
                  <a:lnTo>
                    <a:pt x="144780" y="25323372"/>
                  </a:lnTo>
                  <a:lnTo>
                    <a:pt x="144780" y="25178592"/>
                  </a:lnTo>
                  <a:close/>
                  <a:moveTo>
                    <a:pt x="52350566" y="0"/>
                  </a:moveTo>
                  <a:lnTo>
                    <a:pt x="52495345" y="0"/>
                  </a:lnTo>
                  <a:lnTo>
                    <a:pt x="52495345" y="144780"/>
                  </a:lnTo>
                  <a:lnTo>
                    <a:pt x="52350566" y="144780"/>
                  </a:lnTo>
                  <a:lnTo>
                    <a:pt x="52350566" y="0"/>
                  </a:lnTo>
                  <a:close/>
                  <a:moveTo>
                    <a:pt x="0" y="0"/>
                  </a:moveTo>
                  <a:lnTo>
                    <a:pt x="144780" y="0"/>
                  </a:lnTo>
                  <a:lnTo>
                    <a:pt x="144780" y="144780"/>
                  </a:lnTo>
                  <a:lnTo>
                    <a:pt x="0" y="144780"/>
                  </a:lnTo>
                  <a:lnTo>
                    <a:pt x="0" y="0"/>
                  </a:lnTo>
                  <a:close/>
                  <a:moveTo>
                    <a:pt x="144780" y="0"/>
                  </a:moveTo>
                  <a:lnTo>
                    <a:pt x="52350566" y="0"/>
                  </a:lnTo>
                  <a:lnTo>
                    <a:pt x="52350566" y="144780"/>
                  </a:lnTo>
                  <a:lnTo>
                    <a:pt x="144780" y="144780"/>
                  </a:lnTo>
                  <a:lnTo>
                    <a:pt x="144780" y="0"/>
                  </a:lnTo>
                  <a:close/>
                </a:path>
              </a:pathLst>
            </a:custGeom>
            <a:solidFill>
              <a:srgbClr val="000000"/>
            </a:solidFill>
          </p:spPr>
        </p:sp>
      </p:grpSp>
      <p:sp>
        <p:nvSpPr>
          <p:cNvPr name="Freeform 23" id="23"/>
          <p:cNvSpPr/>
          <p:nvPr/>
        </p:nvSpPr>
        <p:spPr>
          <a:xfrm flipH="false" flipV="false" rot="0">
            <a:off x="6564274" y="2432239"/>
            <a:ext cx="1279852" cy="1279852"/>
          </a:xfrm>
          <a:custGeom>
            <a:avLst/>
            <a:gdLst/>
            <a:ahLst/>
            <a:cxnLst/>
            <a:rect r="r" b="b" t="t" l="l"/>
            <a:pathLst>
              <a:path h="1279852" w="1279852">
                <a:moveTo>
                  <a:pt x="0" y="0"/>
                </a:moveTo>
                <a:lnTo>
                  <a:pt x="1279852" y="0"/>
                </a:lnTo>
                <a:lnTo>
                  <a:pt x="1279852" y="1279852"/>
                </a:lnTo>
                <a:lnTo>
                  <a:pt x="0" y="12798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false" flipV="false" rot="-5400000">
            <a:off x="6659053" y="2521967"/>
            <a:ext cx="592839" cy="1100397"/>
          </a:xfrm>
          <a:custGeom>
            <a:avLst/>
            <a:gdLst/>
            <a:ahLst/>
            <a:cxnLst/>
            <a:rect r="r" b="b" t="t" l="l"/>
            <a:pathLst>
              <a:path h="1100397" w="592839">
                <a:moveTo>
                  <a:pt x="0" y="0"/>
                </a:moveTo>
                <a:lnTo>
                  <a:pt x="592838" y="0"/>
                </a:lnTo>
                <a:lnTo>
                  <a:pt x="592838" y="1100396"/>
                </a:lnTo>
                <a:lnTo>
                  <a:pt x="0" y="11003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5" id="25"/>
          <p:cNvSpPr/>
          <p:nvPr/>
        </p:nvSpPr>
        <p:spPr>
          <a:xfrm flipH="false" flipV="false" rot="0">
            <a:off x="1085850" y="1895770"/>
            <a:ext cx="4964723" cy="7301064"/>
          </a:xfrm>
          <a:custGeom>
            <a:avLst/>
            <a:gdLst/>
            <a:ahLst/>
            <a:cxnLst/>
            <a:rect r="r" b="b" t="t" l="l"/>
            <a:pathLst>
              <a:path h="7301064" w="4964723">
                <a:moveTo>
                  <a:pt x="0" y="0"/>
                </a:moveTo>
                <a:lnTo>
                  <a:pt x="4964723" y="0"/>
                </a:lnTo>
                <a:lnTo>
                  <a:pt x="4964723" y="7301064"/>
                </a:lnTo>
                <a:lnTo>
                  <a:pt x="0" y="73010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6" id="26"/>
          <p:cNvGrpSpPr/>
          <p:nvPr/>
        </p:nvGrpSpPr>
        <p:grpSpPr>
          <a:xfrm rot="0">
            <a:off x="1123950" y="2568295"/>
            <a:ext cx="4438650" cy="6580914"/>
            <a:chOff x="0" y="0"/>
            <a:chExt cx="5918200" cy="8774552"/>
          </a:xfrm>
        </p:grpSpPr>
        <p:pic>
          <p:nvPicPr>
            <p:cNvPr name="Picture 27" id="27"/>
            <p:cNvPicPr>
              <a:picLocks noChangeAspect="true"/>
            </p:cNvPicPr>
            <p:nvPr/>
          </p:nvPicPr>
          <p:blipFill>
            <a:blip r:embed="rId10"/>
            <a:srcRect l="24707" t="0" r="24707" b="0"/>
            <a:stretch>
              <a:fillRect/>
            </a:stretch>
          </p:blipFill>
          <p:spPr>
            <a:xfrm flipH="false" flipV="false">
              <a:off x="0" y="0"/>
              <a:ext cx="5918200" cy="8774552"/>
            </a:xfrm>
            <a:prstGeom prst="rect">
              <a:avLst/>
            </a:prstGeom>
          </p:spPr>
        </p:pic>
      </p:grpSp>
      <p:sp>
        <p:nvSpPr>
          <p:cNvPr name="TextBox 28" id="28"/>
          <p:cNvSpPr txBox="true"/>
          <p:nvPr/>
        </p:nvSpPr>
        <p:spPr>
          <a:xfrm rot="0">
            <a:off x="8886017" y="2694340"/>
            <a:ext cx="7873692" cy="869950"/>
          </a:xfrm>
          <a:prstGeom prst="rect">
            <a:avLst/>
          </a:prstGeom>
        </p:spPr>
        <p:txBody>
          <a:bodyPr anchor="t" rtlCol="false" tIns="0" lIns="0" bIns="0" rIns="0">
            <a:spAutoFit/>
          </a:bodyPr>
          <a:lstStyle/>
          <a:p>
            <a:pPr algn="l">
              <a:lnSpc>
                <a:spcPts val="6500"/>
              </a:lnSpc>
            </a:pPr>
            <a:r>
              <a:rPr lang="en-US" sz="6500" b="true">
                <a:solidFill>
                  <a:srgbClr val="000000"/>
                </a:solidFill>
                <a:latin typeface="Courier Prime Bold"/>
                <a:ea typeface="Courier Prime Bold"/>
                <a:cs typeface="Courier Prime Bold"/>
                <a:sym typeface="Courier Prime Bold"/>
              </a:rPr>
              <a:t>Introduction</a:t>
            </a:r>
          </a:p>
        </p:txBody>
      </p:sp>
      <p:sp>
        <p:nvSpPr>
          <p:cNvPr name="TextBox 29" id="29"/>
          <p:cNvSpPr txBox="true"/>
          <p:nvPr/>
        </p:nvSpPr>
        <p:spPr>
          <a:xfrm rot="0">
            <a:off x="7505670" y="5209969"/>
            <a:ext cx="10101031" cy="3754755"/>
          </a:xfrm>
          <a:prstGeom prst="rect">
            <a:avLst/>
          </a:prstGeom>
        </p:spPr>
        <p:txBody>
          <a:bodyPr anchor="t" rtlCol="false" tIns="0" lIns="0" bIns="0" rIns="0">
            <a:spAutoFit/>
          </a:bodyPr>
          <a:lstStyle/>
          <a:p>
            <a:pPr algn="l" marL="0" indent="0" lvl="0">
              <a:lnSpc>
                <a:spcPts val="3300"/>
              </a:lnSpc>
            </a:pPr>
            <a:r>
              <a:rPr lang="en-US" sz="2200">
                <a:solidFill>
                  <a:srgbClr val="000000"/>
                </a:solidFill>
                <a:latin typeface="Cartograph Mono"/>
                <a:ea typeface="Cartograph Mono"/>
                <a:cs typeface="Cartograph Mono"/>
                <a:sym typeface="Cartograph Mono"/>
              </a:rPr>
              <a:t>DADO stands for Deep Adaptive Dragonfly Optimization algorithm. It optimizes container-level resource allocation across virtual machines (VMs) using a hybrid approach of the Dragonfly Algorithm, Levy Flight, and Actor-Critic Neural Networks. It dynamically adjusts CPU, memory, and network usage to minimize energy consumption, cost, and migration latency. The system processes real-time workloads, analyzes resource allocation, and visualizes the results for better decision-making.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6F2F2"/>
        </a:solidFill>
      </p:bgPr>
    </p:bg>
    <p:spTree>
      <p:nvGrpSpPr>
        <p:cNvPr id="1" name=""/>
        <p:cNvGrpSpPr/>
        <p:nvPr/>
      </p:nvGrpSpPr>
      <p:grpSpPr>
        <a:xfrm>
          <a:off x="0" y="0"/>
          <a:ext cx="0" cy="0"/>
          <a:chOff x="0" y="0"/>
          <a:chExt cx="0" cy="0"/>
        </a:xfrm>
      </p:grpSpPr>
      <p:grpSp>
        <p:nvGrpSpPr>
          <p:cNvPr name="Group 2" id="2"/>
          <p:cNvGrpSpPr/>
          <p:nvPr/>
        </p:nvGrpSpPr>
        <p:grpSpPr>
          <a:xfrm rot="0">
            <a:off x="666750" y="1472354"/>
            <a:ext cx="16954500" cy="8147896"/>
            <a:chOff x="0" y="0"/>
            <a:chExt cx="32818334" cy="15771645"/>
          </a:xfrm>
        </p:grpSpPr>
        <p:sp>
          <p:nvSpPr>
            <p:cNvPr name="Freeform 3" id="3"/>
            <p:cNvSpPr/>
            <p:nvPr/>
          </p:nvSpPr>
          <p:spPr>
            <a:xfrm flipH="false" flipV="false" rot="0">
              <a:off x="0" y="0"/>
              <a:ext cx="32818335" cy="15771645"/>
            </a:xfrm>
            <a:custGeom>
              <a:avLst/>
              <a:gdLst/>
              <a:ahLst/>
              <a:cxnLst/>
              <a:rect r="r" b="b" t="t" l="l"/>
              <a:pathLst>
                <a:path h="15771645" w="32818335">
                  <a:moveTo>
                    <a:pt x="0" y="0"/>
                  </a:moveTo>
                  <a:lnTo>
                    <a:pt x="0" y="15771645"/>
                  </a:lnTo>
                  <a:lnTo>
                    <a:pt x="32818335" y="15771645"/>
                  </a:lnTo>
                  <a:lnTo>
                    <a:pt x="32818335" y="0"/>
                  </a:lnTo>
                  <a:lnTo>
                    <a:pt x="0" y="0"/>
                  </a:lnTo>
                  <a:close/>
                  <a:moveTo>
                    <a:pt x="32757374" y="15710684"/>
                  </a:moveTo>
                  <a:lnTo>
                    <a:pt x="59690" y="15710684"/>
                  </a:lnTo>
                  <a:lnTo>
                    <a:pt x="59690" y="59690"/>
                  </a:lnTo>
                  <a:lnTo>
                    <a:pt x="32757374" y="59690"/>
                  </a:lnTo>
                  <a:lnTo>
                    <a:pt x="32757374" y="15710684"/>
                  </a:lnTo>
                  <a:close/>
                </a:path>
              </a:pathLst>
            </a:custGeom>
            <a:solidFill>
              <a:srgbClr val="000000"/>
            </a:solidFill>
          </p:spPr>
        </p:sp>
      </p:grpSp>
      <p:grpSp>
        <p:nvGrpSpPr>
          <p:cNvPr name="Group 4" id="4"/>
          <p:cNvGrpSpPr/>
          <p:nvPr/>
        </p:nvGrpSpPr>
        <p:grpSpPr>
          <a:xfrm rot="0">
            <a:off x="666750" y="666750"/>
            <a:ext cx="16954500" cy="866314"/>
            <a:chOff x="0" y="0"/>
            <a:chExt cx="90918020" cy="4645584"/>
          </a:xfrm>
        </p:grpSpPr>
        <p:sp>
          <p:nvSpPr>
            <p:cNvPr name="Freeform 5" id="5"/>
            <p:cNvSpPr/>
            <p:nvPr/>
          </p:nvSpPr>
          <p:spPr>
            <a:xfrm flipH="false" flipV="false" rot="0">
              <a:off x="72390" y="72390"/>
              <a:ext cx="90773240" cy="4500805"/>
            </a:xfrm>
            <a:custGeom>
              <a:avLst/>
              <a:gdLst/>
              <a:ahLst/>
              <a:cxnLst/>
              <a:rect r="r" b="b" t="t" l="l"/>
              <a:pathLst>
                <a:path h="4500805" w="90773240">
                  <a:moveTo>
                    <a:pt x="0" y="0"/>
                  </a:moveTo>
                  <a:lnTo>
                    <a:pt x="90773240" y="0"/>
                  </a:lnTo>
                  <a:lnTo>
                    <a:pt x="90773240" y="4500805"/>
                  </a:lnTo>
                  <a:lnTo>
                    <a:pt x="0" y="4500805"/>
                  </a:lnTo>
                  <a:lnTo>
                    <a:pt x="0" y="0"/>
                  </a:lnTo>
                  <a:close/>
                </a:path>
              </a:pathLst>
            </a:custGeom>
            <a:solidFill>
              <a:srgbClr val="9DCED8"/>
            </a:solidFill>
          </p:spPr>
        </p:sp>
        <p:sp>
          <p:nvSpPr>
            <p:cNvPr name="Freeform 6" id="6"/>
            <p:cNvSpPr/>
            <p:nvPr/>
          </p:nvSpPr>
          <p:spPr>
            <a:xfrm flipH="false" flipV="false" rot="0">
              <a:off x="0" y="0"/>
              <a:ext cx="90918023" cy="4645584"/>
            </a:xfrm>
            <a:custGeom>
              <a:avLst/>
              <a:gdLst/>
              <a:ahLst/>
              <a:cxnLst/>
              <a:rect r="r" b="b" t="t" l="l"/>
              <a:pathLst>
                <a:path h="4645584" w="90918023">
                  <a:moveTo>
                    <a:pt x="90773238" y="4500804"/>
                  </a:moveTo>
                  <a:lnTo>
                    <a:pt x="90918023" y="4500804"/>
                  </a:lnTo>
                  <a:lnTo>
                    <a:pt x="90918023" y="4645584"/>
                  </a:lnTo>
                  <a:lnTo>
                    <a:pt x="90773238" y="4645584"/>
                  </a:lnTo>
                  <a:lnTo>
                    <a:pt x="90773238" y="4500804"/>
                  </a:lnTo>
                  <a:close/>
                  <a:moveTo>
                    <a:pt x="0" y="144780"/>
                  </a:moveTo>
                  <a:lnTo>
                    <a:pt x="144780" y="144780"/>
                  </a:lnTo>
                  <a:lnTo>
                    <a:pt x="144780" y="4500804"/>
                  </a:lnTo>
                  <a:lnTo>
                    <a:pt x="0" y="4500804"/>
                  </a:lnTo>
                  <a:lnTo>
                    <a:pt x="0" y="144780"/>
                  </a:lnTo>
                  <a:close/>
                  <a:moveTo>
                    <a:pt x="0" y="4500804"/>
                  </a:moveTo>
                  <a:lnTo>
                    <a:pt x="144780" y="4500804"/>
                  </a:lnTo>
                  <a:lnTo>
                    <a:pt x="144780" y="4645584"/>
                  </a:lnTo>
                  <a:lnTo>
                    <a:pt x="0" y="4645584"/>
                  </a:lnTo>
                  <a:lnTo>
                    <a:pt x="0" y="4500804"/>
                  </a:lnTo>
                  <a:close/>
                  <a:moveTo>
                    <a:pt x="90773238" y="144780"/>
                  </a:moveTo>
                  <a:lnTo>
                    <a:pt x="90918023" y="144780"/>
                  </a:lnTo>
                  <a:lnTo>
                    <a:pt x="90918023" y="4500804"/>
                  </a:lnTo>
                  <a:lnTo>
                    <a:pt x="90773238" y="4500804"/>
                  </a:lnTo>
                  <a:lnTo>
                    <a:pt x="90773238" y="144780"/>
                  </a:lnTo>
                  <a:close/>
                  <a:moveTo>
                    <a:pt x="144780" y="4500804"/>
                  </a:moveTo>
                  <a:lnTo>
                    <a:pt x="90773238" y="4500804"/>
                  </a:lnTo>
                  <a:lnTo>
                    <a:pt x="90773238" y="4645584"/>
                  </a:lnTo>
                  <a:lnTo>
                    <a:pt x="144780" y="4645584"/>
                  </a:lnTo>
                  <a:lnTo>
                    <a:pt x="144780" y="4500804"/>
                  </a:lnTo>
                  <a:close/>
                  <a:moveTo>
                    <a:pt x="90773238" y="0"/>
                  </a:moveTo>
                  <a:lnTo>
                    <a:pt x="90918023" y="0"/>
                  </a:lnTo>
                  <a:lnTo>
                    <a:pt x="90918023" y="144780"/>
                  </a:lnTo>
                  <a:lnTo>
                    <a:pt x="90773238" y="144780"/>
                  </a:lnTo>
                  <a:lnTo>
                    <a:pt x="90773238" y="0"/>
                  </a:lnTo>
                  <a:close/>
                  <a:moveTo>
                    <a:pt x="0" y="0"/>
                  </a:moveTo>
                  <a:lnTo>
                    <a:pt x="144780" y="0"/>
                  </a:lnTo>
                  <a:lnTo>
                    <a:pt x="144780" y="144780"/>
                  </a:lnTo>
                  <a:lnTo>
                    <a:pt x="0" y="144780"/>
                  </a:lnTo>
                  <a:lnTo>
                    <a:pt x="0" y="0"/>
                  </a:lnTo>
                  <a:close/>
                  <a:moveTo>
                    <a:pt x="144780" y="0"/>
                  </a:moveTo>
                  <a:lnTo>
                    <a:pt x="90773238" y="0"/>
                  </a:lnTo>
                  <a:lnTo>
                    <a:pt x="90773238" y="144780"/>
                  </a:lnTo>
                  <a:lnTo>
                    <a:pt x="144780" y="144780"/>
                  </a:lnTo>
                  <a:lnTo>
                    <a:pt x="144780" y="0"/>
                  </a:lnTo>
                  <a:close/>
                </a:path>
              </a:pathLst>
            </a:custGeom>
            <a:solidFill>
              <a:srgbClr val="000000"/>
            </a:solidFill>
          </p:spPr>
        </p:sp>
      </p:grpSp>
      <p:grpSp>
        <p:nvGrpSpPr>
          <p:cNvPr name="Group 7" id="7"/>
          <p:cNvGrpSpPr>
            <a:grpSpLocks noChangeAspect="true"/>
          </p:cNvGrpSpPr>
          <p:nvPr/>
        </p:nvGrpSpPr>
        <p:grpSpPr>
          <a:xfrm rot="0">
            <a:off x="1219200" y="959306"/>
            <a:ext cx="281202" cy="281202"/>
            <a:chOff x="0" y="0"/>
            <a:chExt cx="495300" cy="495300"/>
          </a:xfrm>
        </p:grpSpPr>
        <p:sp>
          <p:nvSpPr>
            <p:cNvPr name="Freeform 8" id="8"/>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9" id="9"/>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4B9B7"/>
            </a:solidFill>
          </p:spPr>
        </p:sp>
      </p:grpSp>
      <p:grpSp>
        <p:nvGrpSpPr>
          <p:cNvPr name="Group 10" id="10"/>
          <p:cNvGrpSpPr>
            <a:grpSpLocks noChangeAspect="true"/>
          </p:cNvGrpSpPr>
          <p:nvPr/>
        </p:nvGrpSpPr>
        <p:grpSpPr>
          <a:xfrm rot="0">
            <a:off x="1742282" y="959306"/>
            <a:ext cx="281202" cy="281202"/>
            <a:chOff x="0" y="0"/>
            <a:chExt cx="495300" cy="495300"/>
          </a:xfrm>
        </p:grpSpPr>
        <p:sp>
          <p:nvSpPr>
            <p:cNvPr name="Freeform 11" id="11"/>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2" id="12"/>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AD486"/>
            </a:solidFill>
          </p:spPr>
        </p:sp>
      </p:grpSp>
      <p:grpSp>
        <p:nvGrpSpPr>
          <p:cNvPr name="Group 13" id="13"/>
          <p:cNvGrpSpPr>
            <a:grpSpLocks noChangeAspect="true"/>
          </p:cNvGrpSpPr>
          <p:nvPr/>
        </p:nvGrpSpPr>
        <p:grpSpPr>
          <a:xfrm rot="0">
            <a:off x="2265364" y="959306"/>
            <a:ext cx="281202" cy="281202"/>
            <a:chOff x="0" y="0"/>
            <a:chExt cx="495300" cy="495300"/>
          </a:xfrm>
        </p:grpSpPr>
        <p:sp>
          <p:nvSpPr>
            <p:cNvPr name="Freeform 14" id="14"/>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5" id="15"/>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CAE4BA"/>
            </a:solidFill>
          </p:spPr>
        </p:sp>
      </p:grpSp>
      <p:sp>
        <p:nvSpPr>
          <p:cNvPr name="Freeform 16" id="16"/>
          <p:cNvSpPr/>
          <p:nvPr/>
        </p:nvSpPr>
        <p:spPr>
          <a:xfrm flipH="false" flipV="false" rot="0">
            <a:off x="16759710" y="945362"/>
            <a:ext cx="309090" cy="309090"/>
          </a:xfrm>
          <a:custGeom>
            <a:avLst/>
            <a:gdLst/>
            <a:ahLst/>
            <a:cxnLst/>
            <a:rect r="r" b="b" t="t" l="l"/>
            <a:pathLst>
              <a:path h="309090" w="309090">
                <a:moveTo>
                  <a:pt x="0" y="0"/>
                </a:moveTo>
                <a:lnTo>
                  <a:pt x="309090" y="0"/>
                </a:lnTo>
                <a:lnTo>
                  <a:pt x="309090" y="309090"/>
                </a:lnTo>
                <a:lnTo>
                  <a:pt x="0" y="3090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7" id="17"/>
          <p:cNvGrpSpPr>
            <a:grpSpLocks noChangeAspect="true"/>
          </p:cNvGrpSpPr>
          <p:nvPr/>
        </p:nvGrpSpPr>
        <p:grpSpPr>
          <a:xfrm rot="0">
            <a:off x="1371846" y="2078626"/>
            <a:ext cx="7000629" cy="7002030"/>
            <a:chOff x="0" y="0"/>
            <a:chExt cx="6348730" cy="6350000"/>
          </a:xfrm>
        </p:grpSpPr>
        <p:sp>
          <p:nvSpPr>
            <p:cNvPr name="Freeform 18" id="18"/>
            <p:cNvSpPr/>
            <p:nvPr/>
          </p:nvSpPr>
          <p:spPr>
            <a:xfrm flipH="false" flipV="false" rot="0">
              <a:off x="12700" y="524510"/>
              <a:ext cx="6324600" cy="5812790"/>
            </a:xfrm>
            <a:custGeom>
              <a:avLst/>
              <a:gdLst/>
              <a:ahLst/>
              <a:cxnLst/>
              <a:rect r="r" b="b" t="t" l="l"/>
              <a:pathLst>
                <a:path h="5812790" w="6324600">
                  <a:moveTo>
                    <a:pt x="6323330" y="591820"/>
                  </a:moveTo>
                  <a:lnTo>
                    <a:pt x="6324600" y="5812790"/>
                  </a:lnTo>
                  <a:lnTo>
                    <a:pt x="6324600" y="5812790"/>
                  </a:lnTo>
                  <a:lnTo>
                    <a:pt x="0" y="5812790"/>
                  </a:lnTo>
                  <a:lnTo>
                    <a:pt x="0" y="0"/>
                  </a:lnTo>
                  <a:lnTo>
                    <a:pt x="6323330" y="0"/>
                  </a:lnTo>
                  <a:moveTo>
                    <a:pt x="6323330" y="0"/>
                  </a:moveTo>
                  <a:lnTo>
                    <a:pt x="6323330" y="591820"/>
                  </a:lnTo>
                </a:path>
              </a:pathLst>
            </a:custGeom>
            <a:blipFill>
              <a:blip r:embed="rId4"/>
              <a:stretch>
                <a:fillRect l="-18973" t="0" r="-18973" b="0"/>
              </a:stretch>
            </a:blipFill>
          </p:spPr>
        </p:sp>
        <p:sp>
          <p:nvSpPr>
            <p:cNvPr name="Freeform 19" id="19"/>
            <p:cNvSpPr/>
            <p:nvPr/>
          </p:nvSpPr>
          <p:spPr>
            <a:xfrm flipH="false" flipV="false" rot="0">
              <a:off x="12700" y="12700"/>
              <a:ext cx="6324600" cy="511810"/>
            </a:xfrm>
            <a:custGeom>
              <a:avLst/>
              <a:gdLst/>
              <a:ahLst/>
              <a:cxnLst/>
              <a:rect r="r" b="b" t="t" l="l"/>
              <a:pathLst>
                <a:path h="511810" w="6324600">
                  <a:moveTo>
                    <a:pt x="6323330" y="0"/>
                  </a:moveTo>
                  <a:lnTo>
                    <a:pt x="6323330" y="232410"/>
                  </a:lnTo>
                  <a:moveTo>
                    <a:pt x="6323330" y="232410"/>
                  </a:moveTo>
                  <a:lnTo>
                    <a:pt x="6324600" y="511810"/>
                  </a:lnTo>
                  <a:lnTo>
                    <a:pt x="6324600" y="511810"/>
                  </a:lnTo>
                  <a:lnTo>
                    <a:pt x="0" y="511810"/>
                  </a:lnTo>
                  <a:lnTo>
                    <a:pt x="0" y="0"/>
                  </a:lnTo>
                  <a:lnTo>
                    <a:pt x="6323330" y="0"/>
                  </a:lnTo>
                </a:path>
              </a:pathLst>
            </a:custGeom>
            <a:solidFill>
              <a:srgbClr val="E4B9B7"/>
            </a:solidFill>
          </p:spPr>
        </p:sp>
        <p:sp>
          <p:nvSpPr>
            <p:cNvPr name="Freeform 20" id="20"/>
            <p:cNvSpPr/>
            <p:nvPr/>
          </p:nvSpPr>
          <p:spPr>
            <a:xfrm flipH="false" flipV="false" rot="0">
              <a:off x="5062220" y="129540"/>
              <a:ext cx="1275080" cy="6207760"/>
            </a:xfrm>
            <a:custGeom>
              <a:avLst/>
              <a:gdLst/>
              <a:ahLst/>
              <a:cxnLst/>
              <a:rect r="r" b="b" t="t" l="l"/>
              <a:pathLst>
                <a:path h="6207760" w="1275080">
                  <a:moveTo>
                    <a:pt x="1275080" y="6207760"/>
                  </a:moveTo>
                  <a:lnTo>
                    <a:pt x="1037590" y="6207760"/>
                  </a:lnTo>
                  <a:lnTo>
                    <a:pt x="1037590" y="394970"/>
                  </a:lnTo>
                  <a:lnTo>
                    <a:pt x="1275080" y="394970"/>
                  </a:lnTo>
                  <a:lnTo>
                    <a:pt x="1275080" y="6207760"/>
                  </a:lnTo>
                  <a:close/>
                  <a:moveTo>
                    <a:pt x="279400" y="0"/>
                  </a:moveTo>
                  <a:lnTo>
                    <a:pt x="0" y="0"/>
                  </a:lnTo>
                  <a:lnTo>
                    <a:pt x="0" y="279400"/>
                  </a:lnTo>
                  <a:lnTo>
                    <a:pt x="279400" y="279400"/>
                  </a:lnTo>
                  <a:lnTo>
                    <a:pt x="279400" y="0"/>
                  </a:lnTo>
                  <a:close/>
                  <a:moveTo>
                    <a:pt x="1106170" y="0"/>
                  </a:moveTo>
                  <a:lnTo>
                    <a:pt x="826770" y="0"/>
                  </a:lnTo>
                  <a:lnTo>
                    <a:pt x="826770" y="279400"/>
                  </a:lnTo>
                  <a:lnTo>
                    <a:pt x="1106170" y="279400"/>
                  </a:lnTo>
                  <a:lnTo>
                    <a:pt x="1106170" y="0"/>
                  </a:lnTo>
                  <a:close/>
                  <a:moveTo>
                    <a:pt x="692150" y="0"/>
                  </a:moveTo>
                  <a:lnTo>
                    <a:pt x="412750" y="0"/>
                  </a:lnTo>
                  <a:lnTo>
                    <a:pt x="412750" y="279400"/>
                  </a:lnTo>
                  <a:lnTo>
                    <a:pt x="692150" y="279400"/>
                  </a:lnTo>
                  <a:lnTo>
                    <a:pt x="692150" y="0"/>
                  </a:lnTo>
                  <a:close/>
                </a:path>
              </a:pathLst>
            </a:custGeom>
            <a:solidFill>
              <a:srgbClr val="FFFEFE"/>
            </a:solidFill>
          </p:spPr>
        </p:sp>
        <p:sp>
          <p:nvSpPr>
            <p:cNvPr name="Freeform 21" id="21"/>
            <p:cNvSpPr/>
            <p:nvPr/>
          </p:nvSpPr>
          <p:spPr>
            <a:xfrm flipH="false" flipV="false" rot="0">
              <a:off x="6099810" y="1642110"/>
              <a:ext cx="237490" cy="2237740"/>
            </a:xfrm>
            <a:custGeom>
              <a:avLst/>
              <a:gdLst/>
              <a:ahLst/>
              <a:cxnLst/>
              <a:rect r="r" b="b" t="t" l="l"/>
              <a:pathLst>
                <a:path h="2237740" w="237490">
                  <a:moveTo>
                    <a:pt x="237490" y="0"/>
                  </a:moveTo>
                  <a:lnTo>
                    <a:pt x="237490" y="2237740"/>
                  </a:lnTo>
                  <a:lnTo>
                    <a:pt x="0" y="2237740"/>
                  </a:lnTo>
                  <a:lnTo>
                    <a:pt x="0" y="0"/>
                  </a:lnTo>
                  <a:moveTo>
                    <a:pt x="0" y="0"/>
                  </a:moveTo>
                  <a:lnTo>
                    <a:pt x="237490" y="0"/>
                  </a:lnTo>
                </a:path>
              </a:pathLst>
            </a:custGeom>
            <a:solidFill>
              <a:srgbClr val="9DCED8"/>
            </a:solidFill>
          </p:spPr>
        </p:sp>
        <p:sp>
          <p:nvSpPr>
            <p:cNvPr name="Freeform 22" id="22"/>
            <p:cNvSpPr/>
            <p:nvPr/>
          </p:nvSpPr>
          <p:spPr>
            <a:xfrm flipH="false" flipV="false" rot="0">
              <a:off x="0" y="0"/>
              <a:ext cx="6348730" cy="6350000"/>
            </a:xfrm>
            <a:custGeom>
              <a:avLst/>
              <a:gdLst/>
              <a:ahLst/>
              <a:cxnLst/>
              <a:rect r="r" b="b" t="t" l="l"/>
              <a:pathLst>
                <a:path h="6350000" w="6348730">
                  <a:moveTo>
                    <a:pt x="12700" y="6350000"/>
                  </a:moveTo>
                  <a:cubicBezTo>
                    <a:pt x="6350" y="6350000"/>
                    <a:pt x="0" y="6344920"/>
                    <a:pt x="0" y="6337300"/>
                  </a:cubicBezTo>
                  <a:lnTo>
                    <a:pt x="0" y="12700"/>
                  </a:lnTo>
                  <a:cubicBezTo>
                    <a:pt x="0" y="6350"/>
                    <a:pt x="6350" y="0"/>
                    <a:pt x="12700" y="0"/>
                  </a:cubicBezTo>
                  <a:lnTo>
                    <a:pt x="6337300" y="0"/>
                  </a:lnTo>
                  <a:cubicBezTo>
                    <a:pt x="6341110" y="0"/>
                    <a:pt x="6344920" y="1270"/>
                    <a:pt x="6346190" y="5080"/>
                  </a:cubicBezTo>
                  <a:cubicBezTo>
                    <a:pt x="6348730" y="7620"/>
                    <a:pt x="6348730" y="10160"/>
                    <a:pt x="6348730" y="13970"/>
                  </a:cubicBezTo>
                  <a:lnTo>
                    <a:pt x="6348730" y="524510"/>
                  </a:lnTo>
                  <a:lnTo>
                    <a:pt x="6348730" y="6337300"/>
                  </a:lnTo>
                  <a:cubicBezTo>
                    <a:pt x="6348730" y="6343650"/>
                    <a:pt x="6343650" y="6350000"/>
                    <a:pt x="6336030" y="6350000"/>
                  </a:cubicBezTo>
                  <a:lnTo>
                    <a:pt x="12700" y="6350000"/>
                  </a:lnTo>
                  <a:close/>
                  <a:moveTo>
                    <a:pt x="6323330" y="6323330"/>
                  </a:moveTo>
                  <a:lnTo>
                    <a:pt x="6323330" y="3892550"/>
                  </a:lnTo>
                  <a:lnTo>
                    <a:pt x="6112510" y="3892550"/>
                  </a:lnTo>
                  <a:lnTo>
                    <a:pt x="6112510" y="6323330"/>
                  </a:lnTo>
                  <a:lnTo>
                    <a:pt x="6323330" y="6323330"/>
                  </a:lnTo>
                  <a:close/>
                  <a:moveTo>
                    <a:pt x="6085840" y="6323330"/>
                  </a:moveTo>
                  <a:lnTo>
                    <a:pt x="6085840" y="537210"/>
                  </a:lnTo>
                  <a:lnTo>
                    <a:pt x="26670" y="537210"/>
                  </a:lnTo>
                  <a:lnTo>
                    <a:pt x="26670" y="6323330"/>
                  </a:lnTo>
                  <a:lnTo>
                    <a:pt x="6085840" y="6323330"/>
                  </a:lnTo>
                  <a:close/>
                  <a:moveTo>
                    <a:pt x="6323330" y="3865880"/>
                  </a:moveTo>
                  <a:lnTo>
                    <a:pt x="6323330" y="1656080"/>
                  </a:lnTo>
                  <a:lnTo>
                    <a:pt x="6112510" y="1656080"/>
                  </a:lnTo>
                  <a:lnTo>
                    <a:pt x="6112510" y="3865880"/>
                  </a:lnTo>
                  <a:lnTo>
                    <a:pt x="6323330" y="3865880"/>
                  </a:lnTo>
                  <a:close/>
                  <a:moveTo>
                    <a:pt x="6323330" y="1629410"/>
                  </a:moveTo>
                  <a:lnTo>
                    <a:pt x="6323330" y="537210"/>
                  </a:lnTo>
                  <a:lnTo>
                    <a:pt x="6112510" y="537210"/>
                  </a:lnTo>
                  <a:lnTo>
                    <a:pt x="6112510" y="1629410"/>
                  </a:lnTo>
                  <a:lnTo>
                    <a:pt x="6323330" y="1629410"/>
                  </a:lnTo>
                  <a:close/>
                  <a:moveTo>
                    <a:pt x="6324600" y="511810"/>
                  </a:moveTo>
                  <a:lnTo>
                    <a:pt x="6324600" y="26670"/>
                  </a:lnTo>
                  <a:lnTo>
                    <a:pt x="26670" y="26670"/>
                  </a:lnTo>
                  <a:lnTo>
                    <a:pt x="26670" y="511810"/>
                  </a:lnTo>
                  <a:lnTo>
                    <a:pt x="6324600" y="511810"/>
                  </a:lnTo>
                  <a:close/>
                  <a:moveTo>
                    <a:pt x="5888990" y="421640"/>
                  </a:moveTo>
                  <a:cubicBezTo>
                    <a:pt x="5882640" y="421640"/>
                    <a:pt x="5876290" y="416560"/>
                    <a:pt x="5876290" y="408940"/>
                  </a:cubicBezTo>
                  <a:lnTo>
                    <a:pt x="5876290" y="129540"/>
                  </a:lnTo>
                  <a:cubicBezTo>
                    <a:pt x="5876290" y="121920"/>
                    <a:pt x="5882640" y="116840"/>
                    <a:pt x="5888990" y="116840"/>
                  </a:cubicBezTo>
                  <a:lnTo>
                    <a:pt x="6168390" y="116840"/>
                  </a:lnTo>
                  <a:cubicBezTo>
                    <a:pt x="6174740" y="116840"/>
                    <a:pt x="6181090" y="121920"/>
                    <a:pt x="6181090" y="129540"/>
                  </a:cubicBezTo>
                  <a:lnTo>
                    <a:pt x="6181090" y="408940"/>
                  </a:lnTo>
                  <a:cubicBezTo>
                    <a:pt x="6181090" y="415290"/>
                    <a:pt x="6176010" y="421640"/>
                    <a:pt x="6168390" y="421640"/>
                  </a:cubicBezTo>
                  <a:lnTo>
                    <a:pt x="5888990" y="421640"/>
                  </a:lnTo>
                  <a:close/>
                  <a:moveTo>
                    <a:pt x="6155690" y="394970"/>
                  </a:moveTo>
                  <a:lnTo>
                    <a:pt x="6155690" y="142240"/>
                  </a:lnTo>
                  <a:lnTo>
                    <a:pt x="5902960" y="142240"/>
                  </a:lnTo>
                  <a:lnTo>
                    <a:pt x="5902960" y="394970"/>
                  </a:lnTo>
                  <a:cubicBezTo>
                    <a:pt x="5902960" y="394970"/>
                    <a:pt x="6155690" y="394970"/>
                    <a:pt x="6155690" y="394970"/>
                  </a:cubicBezTo>
                  <a:close/>
                  <a:moveTo>
                    <a:pt x="5476240" y="421640"/>
                  </a:moveTo>
                  <a:cubicBezTo>
                    <a:pt x="5469890" y="421640"/>
                    <a:pt x="5463540" y="416560"/>
                    <a:pt x="5463540" y="408940"/>
                  </a:cubicBezTo>
                  <a:lnTo>
                    <a:pt x="5463540" y="129540"/>
                  </a:lnTo>
                  <a:cubicBezTo>
                    <a:pt x="5463540" y="123190"/>
                    <a:pt x="5468620" y="116840"/>
                    <a:pt x="5476240" y="116840"/>
                  </a:cubicBezTo>
                  <a:lnTo>
                    <a:pt x="5755640" y="116840"/>
                  </a:lnTo>
                  <a:cubicBezTo>
                    <a:pt x="5760720" y="116840"/>
                    <a:pt x="5764530" y="118110"/>
                    <a:pt x="5765800" y="120650"/>
                  </a:cubicBezTo>
                  <a:cubicBezTo>
                    <a:pt x="5768340" y="123190"/>
                    <a:pt x="5768340" y="125730"/>
                    <a:pt x="5768340" y="129540"/>
                  </a:cubicBezTo>
                  <a:lnTo>
                    <a:pt x="5768340" y="407670"/>
                  </a:lnTo>
                  <a:cubicBezTo>
                    <a:pt x="5768340" y="414020"/>
                    <a:pt x="5763260" y="420370"/>
                    <a:pt x="5755640" y="420370"/>
                  </a:cubicBezTo>
                  <a:lnTo>
                    <a:pt x="5476240" y="420370"/>
                  </a:lnTo>
                  <a:lnTo>
                    <a:pt x="5476240" y="421640"/>
                  </a:lnTo>
                  <a:close/>
                  <a:moveTo>
                    <a:pt x="5741670" y="394970"/>
                  </a:moveTo>
                  <a:lnTo>
                    <a:pt x="5741670" y="142240"/>
                  </a:lnTo>
                  <a:lnTo>
                    <a:pt x="5488940" y="142240"/>
                  </a:lnTo>
                  <a:lnTo>
                    <a:pt x="5488940" y="394970"/>
                  </a:lnTo>
                  <a:cubicBezTo>
                    <a:pt x="5488940" y="394970"/>
                    <a:pt x="5741670" y="394970"/>
                    <a:pt x="5741670" y="394970"/>
                  </a:cubicBezTo>
                  <a:close/>
                  <a:moveTo>
                    <a:pt x="5062220" y="421640"/>
                  </a:moveTo>
                  <a:cubicBezTo>
                    <a:pt x="5055870" y="421640"/>
                    <a:pt x="5049520" y="416560"/>
                    <a:pt x="5049520" y="408940"/>
                  </a:cubicBezTo>
                  <a:lnTo>
                    <a:pt x="5049520" y="129540"/>
                  </a:lnTo>
                  <a:cubicBezTo>
                    <a:pt x="5049520" y="123190"/>
                    <a:pt x="5054600" y="116840"/>
                    <a:pt x="5062220" y="116840"/>
                  </a:cubicBezTo>
                  <a:lnTo>
                    <a:pt x="5341620" y="116840"/>
                  </a:lnTo>
                  <a:cubicBezTo>
                    <a:pt x="5346700" y="116840"/>
                    <a:pt x="5350510" y="118110"/>
                    <a:pt x="5351780" y="120650"/>
                  </a:cubicBezTo>
                  <a:cubicBezTo>
                    <a:pt x="5354320" y="123190"/>
                    <a:pt x="5354320" y="125730"/>
                    <a:pt x="5354320" y="129540"/>
                  </a:cubicBezTo>
                  <a:lnTo>
                    <a:pt x="5354320" y="407670"/>
                  </a:lnTo>
                  <a:cubicBezTo>
                    <a:pt x="5354320" y="414020"/>
                    <a:pt x="5349240" y="420370"/>
                    <a:pt x="5341620" y="420370"/>
                  </a:cubicBezTo>
                  <a:lnTo>
                    <a:pt x="5062220" y="420370"/>
                  </a:lnTo>
                  <a:lnTo>
                    <a:pt x="5062220" y="421640"/>
                  </a:lnTo>
                  <a:close/>
                  <a:moveTo>
                    <a:pt x="5328920" y="394970"/>
                  </a:moveTo>
                  <a:lnTo>
                    <a:pt x="5328920" y="142240"/>
                  </a:lnTo>
                  <a:lnTo>
                    <a:pt x="5076190" y="142240"/>
                  </a:lnTo>
                  <a:lnTo>
                    <a:pt x="5076190" y="394970"/>
                  </a:lnTo>
                  <a:cubicBezTo>
                    <a:pt x="5076190" y="394970"/>
                    <a:pt x="5328920" y="394970"/>
                    <a:pt x="5328920" y="394970"/>
                  </a:cubicBezTo>
                  <a:close/>
                  <a:moveTo>
                    <a:pt x="6098540" y="351790"/>
                  </a:moveTo>
                  <a:cubicBezTo>
                    <a:pt x="6096000" y="351790"/>
                    <a:pt x="6092190" y="350520"/>
                    <a:pt x="6089650" y="349250"/>
                  </a:cubicBezTo>
                  <a:lnTo>
                    <a:pt x="6028690" y="288290"/>
                  </a:lnTo>
                  <a:lnTo>
                    <a:pt x="5967730" y="349250"/>
                  </a:lnTo>
                  <a:cubicBezTo>
                    <a:pt x="5963920" y="353060"/>
                    <a:pt x="5961380" y="353060"/>
                    <a:pt x="5958840" y="353060"/>
                  </a:cubicBezTo>
                  <a:cubicBezTo>
                    <a:pt x="5956300" y="353060"/>
                    <a:pt x="5952490" y="351790"/>
                    <a:pt x="5949950" y="350520"/>
                  </a:cubicBezTo>
                  <a:cubicBezTo>
                    <a:pt x="5944870" y="345440"/>
                    <a:pt x="5944870" y="336550"/>
                    <a:pt x="5948680" y="331470"/>
                  </a:cubicBezTo>
                  <a:lnTo>
                    <a:pt x="6009640" y="270510"/>
                  </a:lnTo>
                  <a:lnTo>
                    <a:pt x="5948680" y="209550"/>
                  </a:lnTo>
                  <a:cubicBezTo>
                    <a:pt x="5943600" y="204470"/>
                    <a:pt x="5943600" y="195580"/>
                    <a:pt x="5948680" y="190500"/>
                  </a:cubicBezTo>
                  <a:cubicBezTo>
                    <a:pt x="5951220" y="187960"/>
                    <a:pt x="5953760" y="186690"/>
                    <a:pt x="5957570" y="186690"/>
                  </a:cubicBezTo>
                  <a:cubicBezTo>
                    <a:pt x="5961380" y="186690"/>
                    <a:pt x="5965190" y="187960"/>
                    <a:pt x="5966460" y="190500"/>
                  </a:cubicBezTo>
                  <a:lnTo>
                    <a:pt x="6027420" y="251460"/>
                  </a:lnTo>
                  <a:lnTo>
                    <a:pt x="6088380" y="190500"/>
                  </a:lnTo>
                  <a:cubicBezTo>
                    <a:pt x="6090920" y="187960"/>
                    <a:pt x="6093460" y="186690"/>
                    <a:pt x="6097270" y="186690"/>
                  </a:cubicBezTo>
                  <a:cubicBezTo>
                    <a:pt x="6101080" y="186690"/>
                    <a:pt x="6104890" y="187960"/>
                    <a:pt x="6106160" y="190500"/>
                  </a:cubicBezTo>
                  <a:cubicBezTo>
                    <a:pt x="6108700" y="193040"/>
                    <a:pt x="6109970" y="196850"/>
                    <a:pt x="6109970" y="201930"/>
                  </a:cubicBezTo>
                  <a:cubicBezTo>
                    <a:pt x="6109970" y="205740"/>
                    <a:pt x="6108700" y="208280"/>
                    <a:pt x="6106160" y="209550"/>
                  </a:cubicBezTo>
                  <a:lnTo>
                    <a:pt x="6046470" y="269240"/>
                  </a:lnTo>
                  <a:lnTo>
                    <a:pt x="6107430" y="330200"/>
                  </a:lnTo>
                  <a:cubicBezTo>
                    <a:pt x="6112510" y="335280"/>
                    <a:pt x="6112510" y="344170"/>
                    <a:pt x="6107430" y="349250"/>
                  </a:cubicBezTo>
                  <a:cubicBezTo>
                    <a:pt x="6104890" y="351790"/>
                    <a:pt x="6101080" y="351790"/>
                    <a:pt x="6098540" y="351790"/>
                  </a:cubicBezTo>
                  <a:close/>
                  <a:moveTo>
                    <a:pt x="5538470" y="351790"/>
                  </a:moveTo>
                  <a:cubicBezTo>
                    <a:pt x="5532120" y="351790"/>
                    <a:pt x="5525770" y="345440"/>
                    <a:pt x="5525770" y="339090"/>
                  </a:cubicBezTo>
                  <a:lnTo>
                    <a:pt x="5525770" y="199390"/>
                  </a:lnTo>
                  <a:cubicBezTo>
                    <a:pt x="5525770" y="193040"/>
                    <a:pt x="5530850" y="186690"/>
                    <a:pt x="5538470" y="186690"/>
                  </a:cubicBezTo>
                  <a:lnTo>
                    <a:pt x="5692140" y="186690"/>
                  </a:lnTo>
                  <a:cubicBezTo>
                    <a:pt x="5698490" y="186690"/>
                    <a:pt x="5704840" y="191770"/>
                    <a:pt x="5704840" y="199390"/>
                  </a:cubicBezTo>
                  <a:lnTo>
                    <a:pt x="5704840" y="339090"/>
                  </a:lnTo>
                  <a:cubicBezTo>
                    <a:pt x="5704840" y="345440"/>
                    <a:pt x="5699760" y="351790"/>
                    <a:pt x="5692140" y="351790"/>
                  </a:cubicBezTo>
                  <a:lnTo>
                    <a:pt x="5538470" y="351790"/>
                  </a:lnTo>
                  <a:close/>
                  <a:moveTo>
                    <a:pt x="5679440" y="325120"/>
                  </a:moveTo>
                  <a:lnTo>
                    <a:pt x="5679440" y="245110"/>
                  </a:lnTo>
                  <a:lnTo>
                    <a:pt x="5551170" y="245110"/>
                  </a:lnTo>
                  <a:lnTo>
                    <a:pt x="5551170" y="325120"/>
                  </a:lnTo>
                  <a:cubicBezTo>
                    <a:pt x="5551170" y="325120"/>
                    <a:pt x="5679440" y="325120"/>
                    <a:pt x="5679440" y="325120"/>
                  </a:cubicBezTo>
                  <a:close/>
                  <a:moveTo>
                    <a:pt x="5116830" y="351790"/>
                  </a:moveTo>
                  <a:cubicBezTo>
                    <a:pt x="5109210" y="351790"/>
                    <a:pt x="5104130" y="345440"/>
                    <a:pt x="5104130" y="339090"/>
                  </a:cubicBezTo>
                  <a:cubicBezTo>
                    <a:pt x="5104130" y="331470"/>
                    <a:pt x="5110480" y="326390"/>
                    <a:pt x="5116830" y="326390"/>
                  </a:cubicBezTo>
                  <a:lnTo>
                    <a:pt x="5288280" y="326390"/>
                  </a:lnTo>
                  <a:cubicBezTo>
                    <a:pt x="5295900" y="326390"/>
                    <a:pt x="5300980" y="332740"/>
                    <a:pt x="5300980" y="339090"/>
                  </a:cubicBezTo>
                  <a:cubicBezTo>
                    <a:pt x="5300980" y="346710"/>
                    <a:pt x="5294630" y="351790"/>
                    <a:pt x="5288280" y="351790"/>
                  </a:cubicBezTo>
                  <a:lnTo>
                    <a:pt x="5116830" y="351790"/>
                  </a:lnTo>
                  <a:close/>
                </a:path>
              </a:pathLst>
            </a:custGeom>
            <a:solidFill>
              <a:srgbClr val="000000"/>
            </a:solidFill>
          </p:spPr>
        </p:sp>
      </p:grpSp>
      <p:grpSp>
        <p:nvGrpSpPr>
          <p:cNvPr name="Group 23" id="23"/>
          <p:cNvGrpSpPr/>
          <p:nvPr/>
        </p:nvGrpSpPr>
        <p:grpSpPr>
          <a:xfrm rot="0">
            <a:off x="8570479" y="4258626"/>
            <a:ext cx="9050771" cy="3635808"/>
            <a:chOff x="0" y="0"/>
            <a:chExt cx="12067695" cy="4847745"/>
          </a:xfrm>
        </p:grpSpPr>
        <p:sp>
          <p:nvSpPr>
            <p:cNvPr name="TextBox 24" id="24"/>
            <p:cNvSpPr txBox="true"/>
            <p:nvPr/>
          </p:nvSpPr>
          <p:spPr>
            <a:xfrm rot="0">
              <a:off x="0" y="123825"/>
              <a:ext cx="12067695" cy="3860601"/>
            </a:xfrm>
            <a:prstGeom prst="rect">
              <a:avLst/>
            </a:prstGeom>
          </p:spPr>
          <p:txBody>
            <a:bodyPr anchor="t" rtlCol="false" tIns="0" lIns="0" bIns="0" rIns="0">
              <a:spAutoFit/>
            </a:bodyPr>
            <a:lstStyle/>
            <a:p>
              <a:pPr algn="l">
                <a:lnSpc>
                  <a:spcPts val="7400"/>
                </a:lnSpc>
              </a:pPr>
              <a:r>
                <a:rPr lang="en-US" sz="7400" b="true">
                  <a:solidFill>
                    <a:srgbClr val="000000"/>
                  </a:solidFill>
                  <a:latin typeface="Courier Prime Bold"/>
                  <a:ea typeface="Courier Prime Bold"/>
                  <a:cs typeface="Courier Prime Bold"/>
                  <a:sym typeface="Courier Prime Bold"/>
                </a:rPr>
                <a:t>Related Work ft. Literature Survey</a:t>
              </a:r>
            </a:p>
          </p:txBody>
        </p:sp>
        <p:sp>
          <p:nvSpPr>
            <p:cNvPr name="TextBox 25" id="25"/>
            <p:cNvSpPr txBox="true"/>
            <p:nvPr/>
          </p:nvSpPr>
          <p:spPr>
            <a:xfrm rot="0">
              <a:off x="0" y="4228620"/>
              <a:ext cx="8871998" cy="619125"/>
            </a:xfrm>
            <a:prstGeom prst="rect">
              <a:avLst/>
            </a:prstGeom>
          </p:spPr>
          <p:txBody>
            <a:bodyPr anchor="t" rtlCol="false" tIns="0" lIns="0" bIns="0" rIns="0">
              <a:spAutoFit/>
            </a:bodyPr>
            <a:lstStyle/>
            <a:p>
              <a:pPr algn="l" marL="0" indent="0" lvl="0">
                <a:lnSpc>
                  <a:spcPts val="3600"/>
                </a:lnSpc>
                <a:spcBef>
                  <a:spcPct val="0"/>
                </a:spcBef>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6F2F2"/>
        </a:solidFill>
      </p:bgPr>
    </p:bg>
    <p:spTree>
      <p:nvGrpSpPr>
        <p:cNvPr id="1" name=""/>
        <p:cNvGrpSpPr/>
        <p:nvPr/>
      </p:nvGrpSpPr>
      <p:grpSpPr>
        <a:xfrm>
          <a:off x="0" y="0"/>
          <a:ext cx="0" cy="0"/>
          <a:chOff x="0" y="0"/>
          <a:chExt cx="0" cy="0"/>
        </a:xfrm>
      </p:grpSpPr>
      <p:grpSp>
        <p:nvGrpSpPr>
          <p:cNvPr name="Group 2" id="2"/>
          <p:cNvGrpSpPr/>
          <p:nvPr/>
        </p:nvGrpSpPr>
        <p:grpSpPr>
          <a:xfrm rot="0">
            <a:off x="-400" y="9217002"/>
            <a:ext cx="18288044" cy="1138058"/>
            <a:chOff x="0" y="0"/>
            <a:chExt cx="24384059" cy="1517411"/>
          </a:xfrm>
        </p:grpSpPr>
        <p:sp>
          <p:nvSpPr>
            <p:cNvPr name="Freeform 3" id="3"/>
            <p:cNvSpPr/>
            <p:nvPr/>
          </p:nvSpPr>
          <p:spPr>
            <a:xfrm flipH="false" flipV="false" rot="0">
              <a:off x="127" y="0"/>
              <a:ext cx="24383873" cy="1517396"/>
            </a:xfrm>
            <a:custGeom>
              <a:avLst/>
              <a:gdLst/>
              <a:ahLst/>
              <a:cxnLst/>
              <a:rect r="r" b="b" t="t" l="l"/>
              <a:pathLst>
                <a:path h="1517396" w="24383873">
                  <a:moveTo>
                    <a:pt x="0" y="0"/>
                  </a:moveTo>
                  <a:lnTo>
                    <a:pt x="0" y="1517396"/>
                  </a:lnTo>
                  <a:lnTo>
                    <a:pt x="24383873" y="1517396"/>
                  </a:lnTo>
                  <a:lnTo>
                    <a:pt x="24383873" y="0"/>
                  </a:lnTo>
                  <a:close/>
                </a:path>
              </a:pathLst>
            </a:custGeom>
            <a:solidFill>
              <a:srgbClr val="C0D6C2"/>
            </a:solidFill>
          </p:spPr>
        </p:sp>
      </p:grpSp>
      <p:grpSp>
        <p:nvGrpSpPr>
          <p:cNvPr name="Group 4" id="4"/>
          <p:cNvGrpSpPr/>
          <p:nvPr/>
        </p:nvGrpSpPr>
        <p:grpSpPr>
          <a:xfrm rot="0">
            <a:off x="-57424" y="9723800"/>
            <a:ext cx="18345000" cy="631200"/>
            <a:chOff x="0" y="0"/>
            <a:chExt cx="24460000" cy="841600"/>
          </a:xfrm>
        </p:grpSpPr>
        <p:sp>
          <p:nvSpPr>
            <p:cNvPr name="Freeform 5" id="5"/>
            <p:cNvSpPr/>
            <p:nvPr/>
          </p:nvSpPr>
          <p:spPr>
            <a:xfrm flipH="false" flipV="false" rot="0">
              <a:off x="0" y="0"/>
              <a:ext cx="24459946" cy="841629"/>
            </a:xfrm>
            <a:custGeom>
              <a:avLst/>
              <a:gdLst/>
              <a:ahLst/>
              <a:cxnLst/>
              <a:rect r="r" b="b" t="t" l="l"/>
              <a:pathLst>
                <a:path h="841629" w="24459946">
                  <a:moveTo>
                    <a:pt x="24459946" y="841629"/>
                  </a:moveTo>
                  <a:lnTo>
                    <a:pt x="24459946" y="0"/>
                  </a:lnTo>
                  <a:lnTo>
                    <a:pt x="0" y="841629"/>
                  </a:lnTo>
                  <a:close/>
                </a:path>
              </a:pathLst>
            </a:custGeom>
            <a:solidFill>
              <a:srgbClr val="AAB18E"/>
            </a:solidFill>
          </p:spPr>
        </p:sp>
      </p:grpSp>
      <p:grpSp>
        <p:nvGrpSpPr>
          <p:cNvPr name="Group 6" id="6"/>
          <p:cNvGrpSpPr/>
          <p:nvPr/>
        </p:nvGrpSpPr>
        <p:grpSpPr>
          <a:xfrm rot="0">
            <a:off x="-350" y="0"/>
            <a:ext cx="18287958" cy="889996"/>
            <a:chOff x="0" y="0"/>
            <a:chExt cx="24383944" cy="1186661"/>
          </a:xfrm>
        </p:grpSpPr>
        <p:sp>
          <p:nvSpPr>
            <p:cNvPr name="Freeform 7" id="7"/>
            <p:cNvSpPr/>
            <p:nvPr/>
          </p:nvSpPr>
          <p:spPr>
            <a:xfrm flipH="false" flipV="false" rot="0">
              <a:off x="0" y="0"/>
              <a:ext cx="24384000" cy="1186688"/>
            </a:xfrm>
            <a:custGeom>
              <a:avLst/>
              <a:gdLst/>
              <a:ahLst/>
              <a:cxnLst/>
              <a:rect r="r" b="b" t="t" l="l"/>
              <a:pathLst>
                <a:path h="1186688" w="24384000">
                  <a:moveTo>
                    <a:pt x="0" y="0"/>
                  </a:moveTo>
                  <a:lnTo>
                    <a:pt x="0" y="187452"/>
                  </a:lnTo>
                  <a:lnTo>
                    <a:pt x="24384000" y="1186688"/>
                  </a:lnTo>
                  <a:lnTo>
                    <a:pt x="24384000" y="0"/>
                  </a:lnTo>
                  <a:close/>
                </a:path>
              </a:pathLst>
            </a:custGeom>
            <a:solidFill>
              <a:srgbClr val="C0D6C2"/>
            </a:solidFill>
          </p:spPr>
        </p:sp>
      </p:grpSp>
      <p:sp>
        <p:nvSpPr>
          <p:cNvPr name="Freeform 8" id="8"/>
          <p:cNvSpPr/>
          <p:nvPr/>
        </p:nvSpPr>
        <p:spPr>
          <a:xfrm flipH="false" flipV="false" rot="0">
            <a:off x="5873088" y="-659092"/>
            <a:ext cx="5868466" cy="1416616"/>
          </a:xfrm>
          <a:custGeom>
            <a:avLst/>
            <a:gdLst/>
            <a:ahLst/>
            <a:cxnLst/>
            <a:rect r="r" b="b" t="t" l="l"/>
            <a:pathLst>
              <a:path h="1416616" w="5868466">
                <a:moveTo>
                  <a:pt x="0" y="0"/>
                </a:moveTo>
                <a:lnTo>
                  <a:pt x="5868466" y="0"/>
                </a:lnTo>
                <a:lnTo>
                  <a:pt x="5868466" y="1416616"/>
                </a:lnTo>
                <a:lnTo>
                  <a:pt x="0" y="14166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9" id="9"/>
          <p:cNvGraphicFramePr>
            <a:graphicFrameLocks noGrp="true"/>
          </p:cNvGraphicFramePr>
          <p:nvPr/>
        </p:nvGraphicFramePr>
        <p:xfrm>
          <a:off x="2703556" y="954792"/>
          <a:ext cx="14046200" cy="7950200"/>
        </p:xfrm>
        <a:graphic>
          <a:graphicData uri="http://schemas.openxmlformats.org/drawingml/2006/table">
            <a:tbl>
              <a:tblPr/>
              <a:tblGrid>
                <a:gridCol w="2014579"/>
                <a:gridCol w="4230979"/>
                <a:gridCol w="3734862"/>
                <a:gridCol w="4065780"/>
              </a:tblGrid>
              <a:tr h="1059909">
                <a:tc>
                  <a:txBody>
                    <a:bodyPr anchor="t" rtlCol="false"/>
                    <a:lstStyle/>
                    <a:p>
                      <a:pPr algn="ctr">
                        <a:lnSpc>
                          <a:spcPts val="3840"/>
                        </a:lnSpc>
                        <a:defRPr/>
                      </a:pPr>
                      <a:r>
                        <a:rPr lang="en-US" sz="3200">
                          <a:solidFill>
                            <a:srgbClr val="FFFFFF"/>
                          </a:solidFill>
                          <a:latin typeface="Montserrat"/>
                          <a:ea typeface="Montserrat"/>
                          <a:cs typeface="Montserrat"/>
                          <a:sym typeface="Montserrat"/>
                        </a:rPr>
                        <a:t>S.No</a:t>
                      </a:r>
                      <a:endParaRPr lang="en-US" sz="1100"/>
                    </a:p>
                  </a:txBody>
                  <a:tcPr marL="91425" marR="91425" marT="91425" marB="91425" anchor="ctr">
                    <a:lnL cmpd="sng" algn="ctr" cap="flat" w="9525">
                      <a:solidFill>
                        <a:srgbClr val="98878F"/>
                      </a:solidFill>
                      <a:prstDash val="solid"/>
                      <a:round/>
                      <a:headEnd type="none" w="med" len="med"/>
                      <a:tailEnd type="none" w="med" len="med"/>
                    </a:lnL>
                    <a:lnR cmpd="sng" algn="ctr" cap="flat" w="9525">
                      <a:solidFill>
                        <a:srgbClr val="98878F"/>
                      </a:solidFill>
                      <a:prstDash val="solid"/>
                      <a:round/>
                      <a:headEnd type="none" w="med" len="med"/>
                      <a:tailEnd type="none" w="med" len="med"/>
                    </a:lnR>
                    <a:lnT cmpd="sng" algn="ctr" cap="flat" w="9525">
                      <a:solidFill>
                        <a:srgbClr val="98878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A6A6A6"/>
                    </a:solidFill>
                  </a:tcPr>
                </a:tc>
                <a:tc>
                  <a:txBody>
                    <a:bodyPr anchor="t" rtlCol="false"/>
                    <a:lstStyle/>
                    <a:p>
                      <a:pPr algn="ctr">
                        <a:lnSpc>
                          <a:spcPts val="3840"/>
                        </a:lnSpc>
                        <a:defRPr/>
                      </a:pPr>
                      <a:r>
                        <a:rPr lang="en-US" sz="3200">
                          <a:solidFill>
                            <a:srgbClr val="FFFFFF"/>
                          </a:solidFill>
                          <a:latin typeface="Montserrat"/>
                          <a:ea typeface="Montserrat"/>
                          <a:cs typeface="Montserrat"/>
                          <a:sym typeface="Montserrat"/>
                        </a:rPr>
                        <a:t>Author</a:t>
                      </a:r>
                      <a:endParaRPr lang="en-US" sz="1100"/>
                    </a:p>
                  </a:txBody>
                  <a:tcPr marL="91425" marR="91425" marT="91425" marB="91425" anchor="ctr">
                    <a:lnL cmpd="sng" algn="ctr" cap="flat" w="9525">
                      <a:solidFill>
                        <a:srgbClr val="98878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9525">
                      <a:solidFill>
                        <a:srgbClr val="98878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A6A6A6"/>
                    </a:solidFill>
                  </a:tcPr>
                </a:tc>
                <a:tc>
                  <a:txBody>
                    <a:bodyPr anchor="t" rtlCol="false"/>
                    <a:lstStyle/>
                    <a:p>
                      <a:pPr algn="ctr">
                        <a:lnSpc>
                          <a:spcPts val="3840"/>
                        </a:lnSpc>
                        <a:defRPr/>
                      </a:pPr>
                      <a:r>
                        <a:rPr lang="en-US" sz="3200">
                          <a:solidFill>
                            <a:srgbClr val="FFFFFF"/>
                          </a:solidFill>
                          <a:latin typeface="Montserrat"/>
                          <a:ea typeface="Montserrat"/>
                          <a:cs typeface="Montserrat"/>
                          <a:sym typeface="Montserrat"/>
                        </a:rPr>
                        <a:t>Paper</a:t>
                      </a:r>
                      <a:endParaRPr lang="en-US" sz="1100"/>
                    </a:p>
                  </a:txBody>
                  <a:tcPr marL="91425" marR="91425" marT="91425" marB="914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9525">
                      <a:solidFill>
                        <a:srgbClr val="98878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A6A6A6"/>
                    </a:solidFill>
                  </a:tcPr>
                </a:tc>
                <a:tc>
                  <a:txBody>
                    <a:bodyPr anchor="t" rtlCol="false"/>
                    <a:lstStyle/>
                    <a:p>
                      <a:pPr algn="ctr">
                        <a:lnSpc>
                          <a:spcPts val="3840"/>
                        </a:lnSpc>
                        <a:defRPr/>
                      </a:pPr>
                      <a:r>
                        <a:rPr lang="en-US" sz="3200">
                          <a:solidFill>
                            <a:srgbClr val="FFFFFF"/>
                          </a:solidFill>
                          <a:latin typeface="Montserrat"/>
                          <a:ea typeface="Montserrat"/>
                          <a:cs typeface="Montserrat"/>
                          <a:sym typeface="Montserrat"/>
                        </a:rPr>
                        <a:t>Parameters</a:t>
                      </a:r>
                      <a:endParaRPr lang="en-US" sz="1100"/>
                    </a:p>
                  </a:txBody>
                  <a:tcPr marL="91425" marR="91425" marT="91425" marB="914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9525">
                      <a:solidFill>
                        <a:srgbClr val="98878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A6A6A6"/>
                    </a:solidFill>
                  </a:tcPr>
                </a:tc>
              </a:tr>
              <a:tr h="3192829">
                <a:tc>
                  <a:txBody>
                    <a:bodyPr anchor="t" rtlCol="false"/>
                    <a:lstStyle/>
                    <a:p>
                      <a:pPr algn="ctr">
                        <a:lnSpc>
                          <a:spcPts val="2879"/>
                        </a:lnSpc>
                        <a:defRPr/>
                      </a:pPr>
                      <a:r>
                        <a:rPr lang="en-US" b="true" sz="2400">
                          <a:solidFill>
                            <a:srgbClr val="060607"/>
                          </a:solidFill>
                          <a:latin typeface="Montserrat Medium"/>
                          <a:ea typeface="Montserrat Medium"/>
                          <a:cs typeface="Montserrat Medium"/>
                          <a:sym typeface="Montserrat Medium"/>
                        </a:rPr>
                        <a:t>1</a:t>
                      </a:r>
                      <a:endParaRPr lang="en-US" sz="1100"/>
                    </a:p>
                  </a:txBody>
                  <a:tcPr marL="91425" marR="91425" marT="91425" marB="914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CDAE46"/>
                    </a:solidFill>
                  </a:tcPr>
                </a:tc>
                <a:tc>
                  <a:txBody>
                    <a:bodyPr anchor="t" rtlCol="false"/>
                    <a:lstStyle/>
                    <a:p>
                      <a:pPr algn="ctr">
                        <a:lnSpc>
                          <a:spcPts val="2879"/>
                        </a:lnSpc>
                        <a:defRPr/>
                      </a:pPr>
                      <a:r>
                        <a:rPr lang="en-US" b="true" sz="2400">
                          <a:solidFill>
                            <a:srgbClr val="060607"/>
                          </a:solidFill>
                          <a:latin typeface="Montserrat Medium"/>
                          <a:ea typeface="Montserrat Medium"/>
                          <a:cs typeface="Montserrat Medium"/>
                          <a:sym typeface="Montserrat Medium"/>
                        </a:rPr>
                        <a:t>Mohammad Al Shinwan,Lalith Abualigah,Mohammad Shehab</a:t>
                      </a:r>
                      <a:endParaRPr lang="en-US" sz="1100"/>
                    </a:p>
                  </a:txBody>
                  <a:tcPr marL="91425" marR="91425" marT="91425" marB="914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CDAE46"/>
                    </a:solidFill>
                  </a:tcPr>
                </a:tc>
                <a:tc>
                  <a:txBody>
                    <a:bodyPr anchor="t" rtlCol="false"/>
                    <a:lstStyle/>
                    <a:p>
                      <a:pPr algn="ctr">
                        <a:lnSpc>
                          <a:spcPts val="2879"/>
                        </a:lnSpc>
                        <a:defRPr/>
                      </a:pPr>
                      <a:r>
                        <a:rPr lang="en-US" sz="2400">
                          <a:solidFill>
                            <a:srgbClr val="060607"/>
                          </a:solidFill>
                          <a:latin typeface="Arial"/>
                          <a:ea typeface="Arial"/>
                          <a:cs typeface="Arial"/>
                          <a:sym typeface="Arial"/>
                        </a:rPr>
                        <a:t>Dragonfly algorithm: a comprehensive survey of its results, variants, and applications</a:t>
                      </a:r>
                      <a:endParaRPr lang="en-US" sz="1100"/>
                    </a:p>
                    <a:p>
                      <a:pPr algn="ctr">
                        <a:lnSpc>
                          <a:spcPts val="2879"/>
                        </a:lnSpc>
                      </a:pPr>
                    </a:p>
                  </a:txBody>
                  <a:tcPr marL="91425" marR="91425" marT="91425" marB="914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CDAE46"/>
                    </a:solidFill>
                  </a:tcPr>
                </a:tc>
                <a:tc>
                  <a:txBody>
                    <a:bodyPr anchor="t" rtlCol="false"/>
                    <a:lstStyle/>
                    <a:p>
                      <a:pPr algn="ctr">
                        <a:lnSpc>
                          <a:spcPts val="2640"/>
                        </a:lnSpc>
                        <a:defRPr/>
                      </a:pPr>
                      <a:r>
                        <a:rPr lang="en-US" b="true" sz="2200">
                          <a:solidFill>
                            <a:srgbClr val="060607"/>
                          </a:solidFill>
                          <a:latin typeface="Montserrat Medium"/>
                          <a:ea typeface="Montserrat Medium"/>
                          <a:cs typeface="Montserrat Medium"/>
                          <a:sym typeface="Montserrat Medium"/>
                        </a:rPr>
                        <a:t>Optimization</a:t>
                      </a:r>
                      <a:endParaRPr lang="en-US" sz="1100"/>
                    </a:p>
                    <a:p>
                      <a:pPr algn="ctr">
                        <a:lnSpc>
                          <a:spcPts val="2640"/>
                        </a:lnSpc>
                      </a:pPr>
                      <a:r>
                        <a:rPr lang="en-US" b="true" sz="2200">
                          <a:solidFill>
                            <a:srgbClr val="060607"/>
                          </a:solidFill>
                          <a:latin typeface="Montserrat Medium"/>
                          <a:ea typeface="Montserrat Medium"/>
                          <a:cs typeface="Montserrat Medium"/>
                          <a:sym typeface="Montserrat Medium"/>
                        </a:rPr>
                        <a:t>Local search</a:t>
                      </a:r>
                    </a:p>
                    <a:p>
                      <a:pPr algn="ctr">
                        <a:lnSpc>
                          <a:spcPts val="2640"/>
                        </a:lnSpc>
                      </a:pPr>
                      <a:r>
                        <a:rPr lang="en-US" b="true" sz="2200">
                          <a:solidFill>
                            <a:srgbClr val="060607"/>
                          </a:solidFill>
                          <a:latin typeface="Montserrat Medium"/>
                          <a:ea typeface="Montserrat Medium"/>
                          <a:cs typeface="Montserrat Medium"/>
                          <a:sym typeface="Montserrat Medium"/>
                        </a:rPr>
                        <a:t>Population search</a:t>
                      </a:r>
                    </a:p>
                  </a:txBody>
                  <a:tcPr marL="91425" marR="91425" marT="91425" marB="914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CDAE46"/>
                    </a:solidFill>
                  </a:tcPr>
                </a:tc>
              </a:tr>
              <a:tr h="3697463">
                <a:tc>
                  <a:txBody>
                    <a:bodyPr anchor="t" rtlCol="false"/>
                    <a:lstStyle/>
                    <a:p>
                      <a:pPr algn="ctr">
                        <a:lnSpc>
                          <a:spcPts val="2879"/>
                        </a:lnSpc>
                        <a:defRPr/>
                      </a:pPr>
                      <a:r>
                        <a:rPr lang="en-US" b="true" sz="2400">
                          <a:solidFill>
                            <a:srgbClr val="060607"/>
                          </a:solidFill>
                          <a:latin typeface="Montserrat Medium"/>
                          <a:ea typeface="Montserrat Medium"/>
                          <a:cs typeface="Montserrat Medium"/>
                          <a:sym typeface="Montserrat Medium"/>
                        </a:rPr>
                        <a:t>2</a:t>
                      </a:r>
                      <a:endParaRPr lang="en-US" sz="1100"/>
                    </a:p>
                  </a:txBody>
                  <a:tcPr marL="91425" marR="91425" marT="91425" marB="914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CDAE46"/>
                    </a:solidFill>
                  </a:tcPr>
                </a:tc>
                <a:tc>
                  <a:txBody>
                    <a:bodyPr anchor="t" rtlCol="false"/>
                    <a:lstStyle/>
                    <a:p>
                      <a:pPr algn="ctr">
                        <a:lnSpc>
                          <a:spcPts val="3359"/>
                        </a:lnSpc>
                        <a:defRPr/>
                      </a:pPr>
                      <a:r>
                        <a:rPr lang="en-US" sz="2799">
                          <a:solidFill>
                            <a:srgbClr val="060607"/>
                          </a:solidFill>
                          <a:latin typeface="Arial"/>
                          <a:ea typeface="Arial"/>
                          <a:cs typeface="Arial"/>
                          <a:sym typeface="Arial"/>
                        </a:rPr>
                        <a:t>Tej.C. Hiremath, K.S. Rekha</a:t>
                      </a:r>
                      <a:endParaRPr lang="en-US" sz="1100"/>
                    </a:p>
                  </a:txBody>
                  <a:tcPr marL="91425" marR="91425" marT="91425" marB="914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CDAE46"/>
                    </a:solidFill>
                  </a:tcPr>
                </a:tc>
                <a:tc>
                  <a:txBody>
                    <a:bodyPr anchor="t" rtlCol="false"/>
                    <a:lstStyle/>
                    <a:p>
                      <a:pPr algn="ctr">
                        <a:lnSpc>
                          <a:spcPts val="2879"/>
                        </a:lnSpc>
                        <a:defRPr/>
                      </a:pPr>
                      <a:r>
                        <a:rPr lang="en-US" sz="2400">
                          <a:solidFill>
                            <a:srgbClr val="060607"/>
                          </a:solidFill>
                          <a:latin typeface="Arial"/>
                          <a:ea typeface="Arial"/>
                          <a:cs typeface="Arial"/>
                          <a:sym typeface="Arial"/>
                        </a:rPr>
                        <a:t>Energy Efficient Data Migration Concerning Interoperability Using Optimized Deep Learning in Container-Based Heterogeneous Cloud Computing</a:t>
                      </a:r>
                      <a:endParaRPr lang="en-US" sz="1100"/>
                    </a:p>
                    <a:p>
                      <a:pPr algn="ctr">
                        <a:lnSpc>
                          <a:spcPts val="2879"/>
                        </a:lnSpc>
                      </a:pPr>
                    </a:p>
                  </a:txBody>
                  <a:tcPr marL="91425" marR="91425" marT="91425" marB="914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CDAE46"/>
                    </a:solidFill>
                  </a:tcPr>
                </a:tc>
                <a:tc>
                  <a:txBody>
                    <a:bodyPr anchor="t" rtlCol="false"/>
                    <a:lstStyle/>
                    <a:p>
                      <a:pPr algn="ctr">
                        <a:lnSpc>
                          <a:spcPts val="2640"/>
                        </a:lnSpc>
                        <a:defRPr/>
                      </a:pPr>
                      <a:r>
                        <a:rPr lang="en-US" b="true" sz="2200">
                          <a:solidFill>
                            <a:srgbClr val="060607"/>
                          </a:solidFill>
                          <a:latin typeface="Montserrat Medium"/>
                          <a:ea typeface="Montserrat Medium"/>
                          <a:cs typeface="Montserrat Medium"/>
                          <a:sym typeface="Montserrat Medium"/>
                        </a:rPr>
                        <a:t>Containers</a:t>
                      </a:r>
                      <a:endParaRPr lang="en-US" sz="1100"/>
                    </a:p>
                    <a:p>
                      <a:pPr algn="ctr">
                        <a:lnSpc>
                          <a:spcPts val="2640"/>
                        </a:lnSpc>
                      </a:pPr>
                      <a:r>
                        <a:rPr lang="en-US" b="true" sz="2200">
                          <a:solidFill>
                            <a:srgbClr val="060607"/>
                          </a:solidFill>
                          <a:latin typeface="Montserrat Medium"/>
                          <a:ea typeface="Montserrat Medium"/>
                          <a:cs typeface="Montserrat Medium"/>
                          <a:sym typeface="Montserrat Medium"/>
                        </a:rPr>
                        <a:t>ACNN</a:t>
                      </a:r>
                    </a:p>
                    <a:p>
                      <a:pPr algn="ctr">
                        <a:lnSpc>
                          <a:spcPts val="2640"/>
                        </a:lnSpc>
                      </a:pPr>
                      <a:r>
                        <a:rPr lang="en-US" b="true" sz="2200">
                          <a:solidFill>
                            <a:srgbClr val="060607"/>
                          </a:solidFill>
                          <a:latin typeface="Montserrat Medium"/>
                          <a:ea typeface="Montserrat Medium"/>
                          <a:cs typeface="Montserrat Medium"/>
                          <a:sym typeface="Montserrat Medium"/>
                        </a:rPr>
                        <a:t>Load</a:t>
                      </a:r>
                    </a:p>
                    <a:p>
                      <a:pPr algn="ctr">
                        <a:lnSpc>
                          <a:spcPts val="2640"/>
                        </a:lnSpc>
                      </a:pPr>
                      <a:r>
                        <a:rPr lang="en-US" b="true" sz="2200">
                          <a:solidFill>
                            <a:srgbClr val="060607"/>
                          </a:solidFill>
                          <a:latin typeface="Montserrat Medium"/>
                          <a:ea typeface="Montserrat Medium"/>
                          <a:cs typeface="Montserrat Medium"/>
                          <a:sym typeface="Montserrat Medium"/>
                        </a:rPr>
                        <a:t>Resource capacity</a:t>
                      </a:r>
                    </a:p>
                    <a:p>
                      <a:pPr algn="ctr">
                        <a:lnSpc>
                          <a:spcPts val="2640"/>
                        </a:lnSpc>
                      </a:pPr>
                      <a:r>
                        <a:rPr lang="en-US" b="true" sz="2200">
                          <a:solidFill>
                            <a:srgbClr val="060607"/>
                          </a:solidFill>
                          <a:latin typeface="Montserrat Medium"/>
                          <a:ea typeface="Montserrat Medium"/>
                          <a:cs typeface="Montserrat Medium"/>
                          <a:sym typeface="Montserrat Medium"/>
                        </a:rPr>
                        <a:t>Energy consumption</a:t>
                      </a:r>
                    </a:p>
                  </a:txBody>
                  <a:tcPr marL="91425" marR="91425" marT="91425" marB="914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CDAE46"/>
                    </a:solidFill>
                  </a:tcPr>
                </a:tc>
              </a:tr>
            </a:tbl>
          </a:graphicData>
        </a:graphic>
      </p:graphicFrame>
      <p:sp>
        <p:nvSpPr>
          <p:cNvPr name="AutoShape 10" id="10"/>
          <p:cNvSpPr/>
          <p:nvPr/>
        </p:nvSpPr>
        <p:spPr>
          <a:xfrm rot="-5349701">
            <a:off x="4042899" y="1596224"/>
            <a:ext cx="1302053" cy="0"/>
          </a:xfrm>
          <a:prstGeom prst="line">
            <a:avLst/>
          </a:prstGeom>
          <a:ln cap="rnd" w="9525">
            <a:solidFill>
              <a:srgbClr val="FFFFFF"/>
            </a:solidFill>
            <a:prstDash val="solid"/>
            <a:headEnd type="none" len="sm" w="sm"/>
            <a:tailEnd type="none" len="sm" w="sm"/>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6F2F2"/>
        </a:solidFill>
      </p:bgPr>
    </p:bg>
    <p:spTree>
      <p:nvGrpSpPr>
        <p:cNvPr id="1" name=""/>
        <p:cNvGrpSpPr/>
        <p:nvPr/>
      </p:nvGrpSpPr>
      <p:grpSpPr>
        <a:xfrm>
          <a:off x="0" y="0"/>
          <a:ext cx="0" cy="0"/>
          <a:chOff x="0" y="0"/>
          <a:chExt cx="0" cy="0"/>
        </a:xfrm>
      </p:grpSpPr>
      <p:grpSp>
        <p:nvGrpSpPr>
          <p:cNvPr name="Group 2" id="2"/>
          <p:cNvGrpSpPr/>
          <p:nvPr/>
        </p:nvGrpSpPr>
        <p:grpSpPr>
          <a:xfrm rot="0">
            <a:off x="-400" y="9217002"/>
            <a:ext cx="18288044" cy="1138058"/>
            <a:chOff x="0" y="0"/>
            <a:chExt cx="24384059" cy="1517411"/>
          </a:xfrm>
        </p:grpSpPr>
        <p:sp>
          <p:nvSpPr>
            <p:cNvPr name="Freeform 3" id="3"/>
            <p:cNvSpPr/>
            <p:nvPr/>
          </p:nvSpPr>
          <p:spPr>
            <a:xfrm flipH="false" flipV="false" rot="0">
              <a:off x="127" y="0"/>
              <a:ext cx="24383873" cy="1517396"/>
            </a:xfrm>
            <a:custGeom>
              <a:avLst/>
              <a:gdLst/>
              <a:ahLst/>
              <a:cxnLst/>
              <a:rect r="r" b="b" t="t" l="l"/>
              <a:pathLst>
                <a:path h="1517396" w="24383873">
                  <a:moveTo>
                    <a:pt x="0" y="0"/>
                  </a:moveTo>
                  <a:lnTo>
                    <a:pt x="0" y="1517396"/>
                  </a:lnTo>
                  <a:lnTo>
                    <a:pt x="24383873" y="1517396"/>
                  </a:lnTo>
                  <a:lnTo>
                    <a:pt x="24383873" y="0"/>
                  </a:lnTo>
                  <a:close/>
                </a:path>
              </a:pathLst>
            </a:custGeom>
            <a:solidFill>
              <a:srgbClr val="C0D6C2"/>
            </a:solidFill>
          </p:spPr>
        </p:sp>
      </p:grpSp>
      <p:grpSp>
        <p:nvGrpSpPr>
          <p:cNvPr name="Group 4" id="4"/>
          <p:cNvGrpSpPr/>
          <p:nvPr/>
        </p:nvGrpSpPr>
        <p:grpSpPr>
          <a:xfrm rot="0">
            <a:off x="-57424" y="9723800"/>
            <a:ext cx="18345000" cy="631200"/>
            <a:chOff x="0" y="0"/>
            <a:chExt cx="24460000" cy="841600"/>
          </a:xfrm>
        </p:grpSpPr>
        <p:sp>
          <p:nvSpPr>
            <p:cNvPr name="Freeform 5" id="5"/>
            <p:cNvSpPr/>
            <p:nvPr/>
          </p:nvSpPr>
          <p:spPr>
            <a:xfrm flipH="false" flipV="false" rot="0">
              <a:off x="0" y="0"/>
              <a:ext cx="24459946" cy="841629"/>
            </a:xfrm>
            <a:custGeom>
              <a:avLst/>
              <a:gdLst/>
              <a:ahLst/>
              <a:cxnLst/>
              <a:rect r="r" b="b" t="t" l="l"/>
              <a:pathLst>
                <a:path h="841629" w="24459946">
                  <a:moveTo>
                    <a:pt x="24459946" y="841629"/>
                  </a:moveTo>
                  <a:lnTo>
                    <a:pt x="24459946" y="0"/>
                  </a:lnTo>
                  <a:lnTo>
                    <a:pt x="0" y="841629"/>
                  </a:lnTo>
                  <a:close/>
                </a:path>
              </a:pathLst>
            </a:custGeom>
            <a:solidFill>
              <a:srgbClr val="AAB18E"/>
            </a:solidFill>
          </p:spPr>
        </p:sp>
      </p:grpSp>
      <p:grpSp>
        <p:nvGrpSpPr>
          <p:cNvPr name="Group 6" id="6"/>
          <p:cNvGrpSpPr/>
          <p:nvPr/>
        </p:nvGrpSpPr>
        <p:grpSpPr>
          <a:xfrm rot="0">
            <a:off x="-350" y="0"/>
            <a:ext cx="18287958" cy="889996"/>
            <a:chOff x="0" y="0"/>
            <a:chExt cx="24383944" cy="1186661"/>
          </a:xfrm>
        </p:grpSpPr>
        <p:sp>
          <p:nvSpPr>
            <p:cNvPr name="Freeform 7" id="7"/>
            <p:cNvSpPr/>
            <p:nvPr/>
          </p:nvSpPr>
          <p:spPr>
            <a:xfrm flipH="false" flipV="false" rot="0">
              <a:off x="0" y="0"/>
              <a:ext cx="24384000" cy="1186688"/>
            </a:xfrm>
            <a:custGeom>
              <a:avLst/>
              <a:gdLst/>
              <a:ahLst/>
              <a:cxnLst/>
              <a:rect r="r" b="b" t="t" l="l"/>
              <a:pathLst>
                <a:path h="1186688" w="24384000">
                  <a:moveTo>
                    <a:pt x="0" y="0"/>
                  </a:moveTo>
                  <a:lnTo>
                    <a:pt x="0" y="187452"/>
                  </a:lnTo>
                  <a:lnTo>
                    <a:pt x="24384000" y="1186688"/>
                  </a:lnTo>
                  <a:lnTo>
                    <a:pt x="24384000" y="0"/>
                  </a:lnTo>
                  <a:close/>
                </a:path>
              </a:pathLst>
            </a:custGeom>
            <a:solidFill>
              <a:srgbClr val="C0D6C2"/>
            </a:solidFill>
          </p:spPr>
        </p:sp>
      </p:grpSp>
      <p:sp>
        <p:nvSpPr>
          <p:cNvPr name="Freeform 8" id="8"/>
          <p:cNvSpPr/>
          <p:nvPr/>
        </p:nvSpPr>
        <p:spPr>
          <a:xfrm flipH="false" flipV="false" rot="0">
            <a:off x="5873088" y="-659092"/>
            <a:ext cx="5868466" cy="1416616"/>
          </a:xfrm>
          <a:custGeom>
            <a:avLst/>
            <a:gdLst/>
            <a:ahLst/>
            <a:cxnLst/>
            <a:rect r="r" b="b" t="t" l="l"/>
            <a:pathLst>
              <a:path h="1416616" w="5868466">
                <a:moveTo>
                  <a:pt x="0" y="0"/>
                </a:moveTo>
                <a:lnTo>
                  <a:pt x="5868466" y="0"/>
                </a:lnTo>
                <a:lnTo>
                  <a:pt x="5868466" y="1416616"/>
                </a:lnTo>
                <a:lnTo>
                  <a:pt x="0" y="14166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9" id="9"/>
          <p:cNvGraphicFramePr>
            <a:graphicFrameLocks noGrp="true"/>
          </p:cNvGraphicFramePr>
          <p:nvPr/>
        </p:nvGraphicFramePr>
        <p:xfrm>
          <a:off x="2375966" y="862192"/>
          <a:ext cx="13995400" cy="7950200"/>
        </p:xfrm>
        <a:graphic>
          <a:graphicData uri="http://schemas.openxmlformats.org/drawingml/2006/table">
            <a:tbl>
              <a:tblPr/>
              <a:tblGrid>
                <a:gridCol w="2013397"/>
                <a:gridCol w="4228496"/>
                <a:gridCol w="3732670"/>
                <a:gridCol w="4020836"/>
              </a:tblGrid>
              <a:tr h="1059909">
                <a:tc>
                  <a:txBody>
                    <a:bodyPr anchor="t" rtlCol="false"/>
                    <a:lstStyle/>
                    <a:p>
                      <a:pPr algn="ctr">
                        <a:lnSpc>
                          <a:spcPts val="3840"/>
                        </a:lnSpc>
                        <a:defRPr/>
                      </a:pPr>
                      <a:r>
                        <a:rPr lang="en-US" sz="3200">
                          <a:solidFill>
                            <a:srgbClr val="FFFFFF"/>
                          </a:solidFill>
                          <a:latin typeface="Montserrat"/>
                          <a:ea typeface="Montserrat"/>
                          <a:cs typeface="Montserrat"/>
                          <a:sym typeface="Montserrat"/>
                        </a:rPr>
                        <a:t>S.No</a:t>
                      </a:r>
                      <a:endParaRPr lang="en-US" sz="1100"/>
                    </a:p>
                  </a:txBody>
                  <a:tcPr marL="91425" marR="91425" marT="91425" marB="91425" anchor="ctr">
                    <a:lnL cmpd="sng" algn="ctr" cap="flat" w="9525">
                      <a:solidFill>
                        <a:srgbClr val="98878F"/>
                      </a:solidFill>
                      <a:prstDash val="solid"/>
                      <a:round/>
                      <a:headEnd type="none" w="med" len="med"/>
                      <a:tailEnd type="none" w="med" len="med"/>
                    </a:lnL>
                    <a:lnR cmpd="sng" algn="ctr" cap="flat" w="9525">
                      <a:solidFill>
                        <a:srgbClr val="98878F"/>
                      </a:solidFill>
                      <a:prstDash val="solid"/>
                      <a:round/>
                      <a:headEnd type="none" w="med" len="med"/>
                      <a:tailEnd type="none" w="med" len="med"/>
                    </a:lnR>
                    <a:lnT cmpd="sng" algn="ctr" cap="flat" w="9525">
                      <a:solidFill>
                        <a:srgbClr val="98878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A6A6A6"/>
                    </a:solidFill>
                  </a:tcPr>
                </a:tc>
                <a:tc>
                  <a:txBody>
                    <a:bodyPr anchor="t" rtlCol="false"/>
                    <a:lstStyle/>
                    <a:p>
                      <a:pPr algn="ctr">
                        <a:lnSpc>
                          <a:spcPts val="3840"/>
                        </a:lnSpc>
                        <a:defRPr/>
                      </a:pPr>
                      <a:r>
                        <a:rPr lang="en-US" sz="3200">
                          <a:solidFill>
                            <a:srgbClr val="FFFFFF"/>
                          </a:solidFill>
                          <a:latin typeface="Montserrat"/>
                          <a:ea typeface="Montserrat"/>
                          <a:cs typeface="Montserrat"/>
                          <a:sym typeface="Montserrat"/>
                        </a:rPr>
                        <a:t>Author</a:t>
                      </a:r>
                      <a:endParaRPr lang="en-US" sz="1100"/>
                    </a:p>
                  </a:txBody>
                  <a:tcPr marL="91425" marR="91425" marT="91425" marB="91425" anchor="ctr">
                    <a:lnL cmpd="sng" algn="ctr" cap="flat" w="9525">
                      <a:solidFill>
                        <a:srgbClr val="98878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9525">
                      <a:solidFill>
                        <a:srgbClr val="98878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A6A6A6"/>
                    </a:solidFill>
                  </a:tcPr>
                </a:tc>
                <a:tc>
                  <a:txBody>
                    <a:bodyPr anchor="t" rtlCol="false"/>
                    <a:lstStyle/>
                    <a:p>
                      <a:pPr algn="ctr">
                        <a:lnSpc>
                          <a:spcPts val="3840"/>
                        </a:lnSpc>
                        <a:defRPr/>
                      </a:pPr>
                      <a:r>
                        <a:rPr lang="en-US" sz="3200">
                          <a:solidFill>
                            <a:srgbClr val="FFFFFF"/>
                          </a:solidFill>
                          <a:latin typeface="Montserrat"/>
                          <a:ea typeface="Montserrat"/>
                          <a:cs typeface="Montserrat"/>
                          <a:sym typeface="Montserrat"/>
                        </a:rPr>
                        <a:t>Paper</a:t>
                      </a:r>
                      <a:endParaRPr lang="en-US" sz="1100"/>
                    </a:p>
                  </a:txBody>
                  <a:tcPr marL="91425" marR="91425" marT="91425" marB="914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9525">
                      <a:solidFill>
                        <a:srgbClr val="98878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A6A6A6"/>
                    </a:solidFill>
                  </a:tcPr>
                </a:tc>
                <a:tc>
                  <a:txBody>
                    <a:bodyPr anchor="t" rtlCol="false"/>
                    <a:lstStyle/>
                    <a:p>
                      <a:pPr algn="ctr">
                        <a:lnSpc>
                          <a:spcPts val="3840"/>
                        </a:lnSpc>
                        <a:defRPr/>
                      </a:pPr>
                      <a:r>
                        <a:rPr lang="en-US" sz="3200">
                          <a:solidFill>
                            <a:srgbClr val="FFFFFF"/>
                          </a:solidFill>
                          <a:latin typeface="Montserrat"/>
                          <a:ea typeface="Montserrat"/>
                          <a:cs typeface="Montserrat"/>
                          <a:sym typeface="Montserrat"/>
                        </a:rPr>
                        <a:t>Parameters</a:t>
                      </a:r>
                      <a:endParaRPr lang="en-US" sz="1100"/>
                    </a:p>
                  </a:txBody>
                  <a:tcPr marL="91425" marR="91425" marT="91425" marB="914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9525">
                      <a:solidFill>
                        <a:srgbClr val="98878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A6A6A6"/>
                    </a:solidFill>
                  </a:tcPr>
                </a:tc>
              </a:tr>
              <a:tr h="3192829">
                <a:tc>
                  <a:txBody>
                    <a:bodyPr anchor="t" rtlCol="false"/>
                    <a:lstStyle/>
                    <a:p>
                      <a:pPr algn="ctr">
                        <a:lnSpc>
                          <a:spcPts val="2879"/>
                        </a:lnSpc>
                        <a:defRPr/>
                      </a:pPr>
                      <a:r>
                        <a:rPr lang="en-US" b="true" sz="2400">
                          <a:solidFill>
                            <a:srgbClr val="060607"/>
                          </a:solidFill>
                          <a:latin typeface="Montserrat Medium"/>
                          <a:ea typeface="Montserrat Medium"/>
                          <a:cs typeface="Montserrat Medium"/>
                          <a:sym typeface="Montserrat Medium"/>
                        </a:rPr>
                        <a:t>3</a:t>
                      </a:r>
                      <a:endParaRPr lang="en-US" sz="1100"/>
                    </a:p>
                  </a:txBody>
                  <a:tcPr marL="91425" marR="91425" marT="91425" marB="914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CDAE46"/>
                    </a:solidFill>
                  </a:tcPr>
                </a:tc>
                <a:tc>
                  <a:txBody>
                    <a:bodyPr anchor="t" rtlCol="false"/>
                    <a:lstStyle/>
                    <a:p>
                      <a:pPr algn="ctr">
                        <a:lnSpc>
                          <a:spcPts val="3359"/>
                        </a:lnSpc>
                        <a:defRPr/>
                      </a:pPr>
                      <a:r>
                        <a:rPr lang="en-US" sz="2799">
                          <a:solidFill>
                            <a:srgbClr val="060607"/>
                          </a:solidFill>
                          <a:latin typeface="Arial"/>
                          <a:ea typeface="Arial"/>
                          <a:cs typeface="Arial"/>
                          <a:sym typeface="Arial"/>
                        </a:rPr>
                        <a:t>Chnoor M Rahman</a:t>
                      </a:r>
                      <a:r>
                        <a:rPr lang="en-US" sz="2799">
                          <a:solidFill>
                            <a:srgbClr val="060607"/>
                          </a:solidFill>
                          <a:latin typeface="Arial"/>
                          <a:ea typeface="Arial"/>
                          <a:cs typeface="Arial"/>
                          <a:sym typeface="Arial"/>
                        </a:rPr>
                        <a:t>,</a:t>
                      </a:r>
                      <a:r>
                        <a:rPr lang="en-US" sz="2799">
                          <a:solidFill>
                            <a:srgbClr val="060607"/>
                          </a:solidFill>
                          <a:latin typeface="Arial"/>
                          <a:ea typeface="Arial"/>
                          <a:cs typeface="Arial"/>
                          <a:sym typeface="Arial"/>
                        </a:rPr>
                        <a:t> Tarik A Rashid</a:t>
                      </a:r>
                      <a:endParaRPr lang="en-US" sz="1100"/>
                    </a:p>
                    <a:p>
                      <a:pPr algn="ctr">
                        <a:lnSpc>
                          <a:spcPts val="3359"/>
                        </a:lnSpc>
                      </a:pPr>
                    </a:p>
                  </a:txBody>
                  <a:tcPr marL="91425" marR="91425" marT="91425" marB="914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CDAE46"/>
                    </a:solidFill>
                  </a:tcPr>
                </a:tc>
                <a:tc>
                  <a:txBody>
                    <a:bodyPr anchor="t" rtlCol="false"/>
                    <a:lstStyle/>
                    <a:p>
                      <a:pPr algn="ctr">
                        <a:lnSpc>
                          <a:spcPts val="2879"/>
                        </a:lnSpc>
                        <a:defRPr/>
                      </a:pPr>
                      <a:r>
                        <a:rPr lang="en-US" sz="2400">
                          <a:solidFill>
                            <a:srgbClr val="060607"/>
                          </a:solidFill>
                          <a:latin typeface="Arial"/>
                          <a:ea typeface="Arial"/>
                          <a:cs typeface="Arial"/>
                          <a:sym typeface="Arial"/>
                        </a:rPr>
                        <a:t>Dragonfly Algorithm and Its Applications in Applied Science Survey</a:t>
                      </a:r>
                      <a:endParaRPr lang="en-US" sz="1100"/>
                    </a:p>
                    <a:p>
                      <a:pPr algn="ctr">
                        <a:lnSpc>
                          <a:spcPts val="2879"/>
                        </a:lnSpc>
                      </a:pPr>
                    </a:p>
                    <a:p>
                      <a:pPr algn="ctr">
                        <a:lnSpc>
                          <a:spcPts val="2879"/>
                        </a:lnSpc>
                      </a:pPr>
                    </a:p>
                  </a:txBody>
                  <a:tcPr marL="91425" marR="91425" marT="91425" marB="914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CDAE46"/>
                    </a:solidFill>
                  </a:tcPr>
                </a:tc>
                <a:tc>
                  <a:txBody>
                    <a:bodyPr anchor="t" rtlCol="false"/>
                    <a:lstStyle/>
                    <a:p>
                      <a:pPr algn="ctr">
                        <a:lnSpc>
                          <a:spcPts val="2879"/>
                        </a:lnSpc>
                        <a:defRPr/>
                      </a:pPr>
                      <a:r>
                        <a:rPr lang="en-US" b="true" sz="2400">
                          <a:solidFill>
                            <a:srgbClr val="060607"/>
                          </a:solidFill>
                          <a:latin typeface="Montserrat Medium"/>
                          <a:ea typeface="Montserrat Medium"/>
                          <a:cs typeface="Montserrat Medium"/>
                          <a:sym typeface="Montserrat Medium"/>
                        </a:rPr>
                        <a:t>Static swarming</a:t>
                      </a:r>
                      <a:endParaRPr lang="en-US" sz="1100"/>
                    </a:p>
                    <a:p>
                      <a:pPr algn="ctr">
                        <a:lnSpc>
                          <a:spcPts val="2879"/>
                        </a:lnSpc>
                      </a:pPr>
                      <a:r>
                        <a:rPr lang="en-US" b="true" sz="2400">
                          <a:solidFill>
                            <a:srgbClr val="060607"/>
                          </a:solidFill>
                          <a:latin typeface="Montserrat Medium"/>
                          <a:ea typeface="Montserrat Medium"/>
                          <a:cs typeface="Montserrat Medium"/>
                          <a:sym typeface="Montserrat Medium"/>
                        </a:rPr>
                        <a:t>Dynamic swarming</a:t>
                      </a:r>
                    </a:p>
                  </a:txBody>
                  <a:tcPr marL="91425" marR="91425" marT="91425" marB="914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CDAE46"/>
                    </a:solidFill>
                  </a:tcPr>
                </a:tc>
              </a:tr>
              <a:tr h="3697463">
                <a:tc>
                  <a:txBody>
                    <a:bodyPr anchor="t" rtlCol="false"/>
                    <a:lstStyle/>
                    <a:p>
                      <a:pPr algn="ctr">
                        <a:lnSpc>
                          <a:spcPts val="2879"/>
                        </a:lnSpc>
                        <a:defRPr/>
                      </a:pPr>
                      <a:r>
                        <a:rPr lang="en-US" b="true" sz="2400">
                          <a:solidFill>
                            <a:srgbClr val="060607"/>
                          </a:solidFill>
                          <a:latin typeface="Montserrat Medium"/>
                          <a:ea typeface="Montserrat Medium"/>
                          <a:cs typeface="Montserrat Medium"/>
                          <a:sym typeface="Montserrat Medium"/>
                        </a:rPr>
                        <a:t>4</a:t>
                      </a:r>
                      <a:endParaRPr lang="en-US" sz="1100"/>
                    </a:p>
                  </a:txBody>
                  <a:tcPr marL="91425" marR="91425" marT="91425" marB="914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CDAE46"/>
                    </a:solidFill>
                  </a:tcPr>
                </a:tc>
                <a:tc>
                  <a:txBody>
                    <a:bodyPr anchor="t" rtlCol="false"/>
                    <a:lstStyle/>
                    <a:p>
                      <a:pPr algn="ctr">
                        <a:lnSpc>
                          <a:spcPts val="3359"/>
                        </a:lnSpc>
                        <a:defRPr/>
                      </a:pPr>
                      <a:r>
                        <a:rPr lang="en-US" sz="2799">
                          <a:solidFill>
                            <a:srgbClr val="060607"/>
                          </a:solidFill>
                          <a:latin typeface="Arial"/>
                          <a:ea typeface="Arial"/>
                          <a:cs typeface="Arial"/>
                          <a:sym typeface="Arial"/>
                        </a:rPr>
                        <a:t>Cigdem Aci,</a:t>
                      </a:r>
                      <a:r>
                        <a:rPr lang="en-US" b="true" sz="2799">
                          <a:solidFill>
                            <a:srgbClr val="060607"/>
                          </a:solidFill>
                          <a:latin typeface="Arial Bold"/>
                          <a:ea typeface="Arial Bold"/>
                          <a:cs typeface="Arial Bold"/>
                          <a:sym typeface="Arial Bold"/>
                        </a:rPr>
                        <a:t> </a:t>
                      </a:r>
                      <a:endParaRPr lang="en-US" sz="1100"/>
                    </a:p>
                    <a:p>
                      <a:pPr algn="ctr">
                        <a:lnSpc>
                          <a:spcPts val="3359"/>
                        </a:lnSpc>
                      </a:pPr>
                      <a:r>
                        <a:rPr lang="en-US" sz="2799">
                          <a:solidFill>
                            <a:srgbClr val="060607"/>
                          </a:solidFill>
                          <a:latin typeface="Arial"/>
                          <a:ea typeface="Arial"/>
                          <a:cs typeface="Arial"/>
                          <a:sym typeface="Arial"/>
                        </a:rPr>
                        <a:t>Hakan Gülcan</a:t>
                      </a:r>
                    </a:p>
                  </a:txBody>
                  <a:tcPr marL="91425" marR="91425" marT="91425" marB="914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CDAE46"/>
                    </a:solidFill>
                  </a:tcPr>
                </a:tc>
                <a:tc>
                  <a:txBody>
                    <a:bodyPr anchor="t" rtlCol="false"/>
                    <a:lstStyle/>
                    <a:p>
                      <a:pPr algn="ctr">
                        <a:lnSpc>
                          <a:spcPts val="2879"/>
                        </a:lnSpc>
                        <a:defRPr/>
                      </a:pPr>
                      <a:r>
                        <a:rPr lang="en-US" sz="2400">
                          <a:solidFill>
                            <a:srgbClr val="060607"/>
                          </a:solidFill>
                          <a:latin typeface="Arial"/>
                          <a:ea typeface="Arial"/>
                          <a:cs typeface="Arial"/>
                          <a:sym typeface="Arial"/>
                        </a:rPr>
                        <a:t>A Modified Dragonfly Optimization Algorithm for Single- and Multiobjective Problems Using Brownian Motion</a:t>
                      </a:r>
                      <a:endParaRPr lang="en-US" sz="1100"/>
                    </a:p>
                    <a:p>
                      <a:pPr algn="ctr">
                        <a:lnSpc>
                          <a:spcPts val="2879"/>
                        </a:lnSpc>
                      </a:pPr>
                    </a:p>
                    <a:p>
                      <a:pPr algn="ctr">
                        <a:lnSpc>
                          <a:spcPts val="2879"/>
                        </a:lnSpc>
                      </a:pPr>
                    </a:p>
                  </a:txBody>
                  <a:tcPr marL="91425" marR="91425" marT="91425" marB="914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CDAE46"/>
                    </a:solidFill>
                  </a:tcPr>
                </a:tc>
                <a:tc>
                  <a:txBody>
                    <a:bodyPr anchor="t" rtlCol="false"/>
                    <a:lstStyle/>
                    <a:p>
                      <a:pPr algn="ctr">
                        <a:lnSpc>
                          <a:spcPts val="2879"/>
                        </a:lnSpc>
                        <a:defRPr/>
                      </a:pPr>
                      <a:r>
                        <a:rPr lang="en-US" b="true" sz="2400">
                          <a:solidFill>
                            <a:srgbClr val="060607"/>
                          </a:solidFill>
                          <a:latin typeface="Montserrat Medium"/>
                          <a:ea typeface="Montserrat Medium"/>
                          <a:cs typeface="Montserrat Medium"/>
                          <a:sym typeface="Montserrat Medium"/>
                        </a:rPr>
                        <a:t>Levy Flight Mecahnism(LFM)</a:t>
                      </a:r>
                      <a:endParaRPr lang="en-US" sz="1100"/>
                    </a:p>
                  </a:txBody>
                  <a:tcPr marL="91425" marR="91425" marT="91425" marB="914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CDAE46"/>
                    </a:solidFill>
                  </a:tcPr>
                </a:tc>
              </a:tr>
            </a:tbl>
          </a:graphicData>
        </a:graphic>
      </p:graphicFrame>
      <p:sp>
        <p:nvSpPr>
          <p:cNvPr name="AutoShape 10" id="10"/>
          <p:cNvSpPr/>
          <p:nvPr/>
        </p:nvSpPr>
        <p:spPr>
          <a:xfrm rot="-5349701">
            <a:off x="3712889" y="1354412"/>
            <a:ext cx="1302053" cy="0"/>
          </a:xfrm>
          <a:prstGeom prst="line">
            <a:avLst/>
          </a:prstGeom>
          <a:ln cap="rnd" w="9525">
            <a:solidFill>
              <a:srgbClr val="FFFFFF"/>
            </a:solidFill>
            <a:prstDash val="solid"/>
            <a:headEnd type="none" len="sm" w="sm"/>
            <a:tailEnd type="none" len="sm" w="sm"/>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6F2F2"/>
        </a:solidFill>
      </p:bgPr>
    </p:bg>
    <p:spTree>
      <p:nvGrpSpPr>
        <p:cNvPr id="1" name=""/>
        <p:cNvGrpSpPr/>
        <p:nvPr/>
      </p:nvGrpSpPr>
      <p:grpSpPr>
        <a:xfrm>
          <a:off x="0" y="0"/>
          <a:ext cx="0" cy="0"/>
          <a:chOff x="0" y="0"/>
          <a:chExt cx="0" cy="0"/>
        </a:xfrm>
      </p:grpSpPr>
      <p:grpSp>
        <p:nvGrpSpPr>
          <p:cNvPr name="Group 2" id="2"/>
          <p:cNvGrpSpPr/>
          <p:nvPr/>
        </p:nvGrpSpPr>
        <p:grpSpPr>
          <a:xfrm rot="0">
            <a:off x="-400" y="9217002"/>
            <a:ext cx="18288044" cy="1138058"/>
            <a:chOff x="0" y="0"/>
            <a:chExt cx="24384059" cy="1517411"/>
          </a:xfrm>
        </p:grpSpPr>
        <p:sp>
          <p:nvSpPr>
            <p:cNvPr name="Freeform 3" id="3"/>
            <p:cNvSpPr/>
            <p:nvPr/>
          </p:nvSpPr>
          <p:spPr>
            <a:xfrm flipH="false" flipV="false" rot="0">
              <a:off x="127" y="0"/>
              <a:ext cx="24383873" cy="1517396"/>
            </a:xfrm>
            <a:custGeom>
              <a:avLst/>
              <a:gdLst/>
              <a:ahLst/>
              <a:cxnLst/>
              <a:rect r="r" b="b" t="t" l="l"/>
              <a:pathLst>
                <a:path h="1517396" w="24383873">
                  <a:moveTo>
                    <a:pt x="0" y="0"/>
                  </a:moveTo>
                  <a:lnTo>
                    <a:pt x="0" y="1517396"/>
                  </a:lnTo>
                  <a:lnTo>
                    <a:pt x="24383873" y="1517396"/>
                  </a:lnTo>
                  <a:lnTo>
                    <a:pt x="24383873" y="0"/>
                  </a:lnTo>
                  <a:close/>
                </a:path>
              </a:pathLst>
            </a:custGeom>
            <a:solidFill>
              <a:srgbClr val="C0D6C2"/>
            </a:solidFill>
          </p:spPr>
        </p:sp>
      </p:grpSp>
      <p:grpSp>
        <p:nvGrpSpPr>
          <p:cNvPr name="Group 4" id="4"/>
          <p:cNvGrpSpPr/>
          <p:nvPr/>
        </p:nvGrpSpPr>
        <p:grpSpPr>
          <a:xfrm rot="0">
            <a:off x="-57424" y="9723800"/>
            <a:ext cx="18345000" cy="631200"/>
            <a:chOff x="0" y="0"/>
            <a:chExt cx="24460000" cy="841600"/>
          </a:xfrm>
        </p:grpSpPr>
        <p:sp>
          <p:nvSpPr>
            <p:cNvPr name="Freeform 5" id="5"/>
            <p:cNvSpPr/>
            <p:nvPr/>
          </p:nvSpPr>
          <p:spPr>
            <a:xfrm flipH="false" flipV="false" rot="0">
              <a:off x="0" y="0"/>
              <a:ext cx="24459946" cy="841629"/>
            </a:xfrm>
            <a:custGeom>
              <a:avLst/>
              <a:gdLst/>
              <a:ahLst/>
              <a:cxnLst/>
              <a:rect r="r" b="b" t="t" l="l"/>
              <a:pathLst>
                <a:path h="841629" w="24459946">
                  <a:moveTo>
                    <a:pt x="24459946" y="841629"/>
                  </a:moveTo>
                  <a:lnTo>
                    <a:pt x="24459946" y="0"/>
                  </a:lnTo>
                  <a:lnTo>
                    <a:pt x="0" y="841629"/>
                  </a:lnTo>
                  <a:close/>
                </a:path>
              </a:pathLst>
            </a:custGeom>
            <a:solidFill>
              <a:srgbClr val="AAB18E"/>
            </a:solidFill>
          </p:spPr>
        </p:sp>
      </p:grpSp>
      <p:grpSp>
        <p:nvGrpSpPr>
          <p:cNvPr name="Group 6" id="6"/>
          <p:cNvGrpSpPr/>
          <p:nvPr/>
        </p:nvGrpSpPr>
        <p:grpSpPr>
          <a:xfrm rot="0">
            <a:off x="-350" y="0"/>
            <a:ext cx="18287958" cy="889996"/>
            <a:chOff x="0" y="0"/>
            <a:chExt cx="24383944" cy="1186661"/>
          </a:xfrm>
        </p:grpSpPr>
        <p:sp>
          <p:nvSpPr>
            <p:cNvPr name="Freeform 7" id="7"/>
            <p:cNvSpPr/>
            <p:nvPr/>
          </p:nvSpPr>
          <p:spPr>
            <a:xfrm flipH="false" flipV="false" rot="0">
              <a:off x="0" y="0"/>
              <a:ext cx="24384000" cy="1186688"/>
            </a:xfrm>
            <a:custGeom>
              <a:avLst/>
              <a:gdLst/>
              <a:ahLst/>
              <a:cxnLst/>
              <a:rect r="r" b="b" t="t" l="l"/>
              <a:pathLst>
                <a:path h="1186688" w="24384000">
                  <a:moveTo>
                    <a:pt x="0" y="0"/>
                  </a:moveTo>
                  <a:lnTo>
                    <a:pt x="0" y="187452"/>
                  </a:lnTo>
                  <a:lnTo>
                    <a:pt x="24384000" y="1186688"/>
                  </a:lnTo>
                  <a:lnTo>
                    <a:pt x="24384000" y="0"/>
                  </a:lnTo>
                  <a:close/>
                </a:path>
              </a:pathLst>
            </a:custGeom>
            <a:solidFill>
              <a:srgbClr val="C0D6C2"/>
            </a:solidFill>
          </p:spPr>
        </p:sp>
      </p:grpSp>
      <p:sp>
        <p:nvSpPr>
          <p:cNvPr name="Freeform 8" id="8"/>
          <p:cNvSpPr/>
          <p:nvPr/>
        </p:nvSpPr>
        <p:spPr>
          <a:xfrm flipH="false" flipV="false" rot="0">
            <a:off x="5873088" y="-659092"/>
            <a:ext cx="5868466" cy="1416616"/>
          </a:xfrm>
          <a:custGeom>
            <a:avLst/>
            <a:gdLst/>
            <a:ahLst/>
            <a:cxnLst/>
            <a:rect r="r" b="b" t="t" l="l"/>
            <a:pathLst>
              <a:path h="1416616" w="5868466">
                <a:moveTo>
                  <a:pt x="0" y="0"/>
                </a:moveTo>
                <a:lnTo>
                  <a:pt x="5868466" y="0"/>
                </a:lnTo>
                <a:lnTo>
                  <a:pt x="5868466" y="1416616"/>
                </a:lnTo>
                <a:lnTo>
                  <a:pt x="0" y="14166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9" id="9"/>
          <p:cNvGraphicFramePr>
            <a:graphicFrameLocks noGrp="true"/>
          </p:cNvGraphicFramePr>
          <p:nvPr/>
        </p:nvGraphicFramePr>
        <p:xfrm>
          <a:off x="641382" y="1938244"/>
          <a:ext cx="16510000" cy="1371600"/>
        </p:xfrm>
        <a:graphic>
          <a:graphicData uri="http://schemas.openxmlformats.org/drawingml/2006/table">
            <a:tbl>
              <a:tblPr/>
              <a:tblGrid>
                <a:gridCol w="2340137"/>
                <a:gridCol w="4989288"/>
                <a:gridCol w="4419187"/>
                <a:gridCol w="4761387"/>
              </a:tblGrid>
              <a:tr h="1371600">
                <a:tc>
                  <a:txBody>
                    <a:bodyPr anchor="t" rtlCol="false"/>
                    <a:lstStyle/>
                    <a:p>
                      <a:pPr algn="ctr">
                        <a:lnSpc>
                          <a:spcPts val="3840"/>
                        </a:lnSpc>
                        <a:defRPr/>
                      </a:pPr>
                      <a:r>
                        <a:rPr lang="en-US" sz="3200">
                          <a:solidFill>
                            <a:srgbClr val="FFFFFF"/>
                          </a:solidFill>
                          <a:latin typeface="Montserrat"/>
                          <a:ea typeface="Montserrat"/>
                          <a:cs typeface="Montserrat"/>
                          <a:sym typeface="Montserrat"/>
                        </a:rPr>
                        <a:t>S.No</a:t>
                      </a:r>
                      <a:endParaRPr lang="en-US" sz="1100"/>
                    </a:p>
                  </a:txBody>
                  <a:tcPr marL="91425" marR="91425" marT="91425" marB="91425" anchor="ctr">
                    <a:lnL cmpd="sng" algn="ctr" cap="flat" w="9525">
                      <a:solidFill>
                        <a:srgbClr val="98878F"/>
                      </a:solidFill>
                      <a:prstDash val="solid"/>
                      <a:round/>
                      <a:headEnd type="none" w="med" len="med"/>
                      <a:tailEnd type="none" w="med" len="med"/>
                    </a:lnL>
                    <a:lnR cmpd="sng" algn="ctr" cap="flat" w="9525">
                      <a:solidFill>
                        <a:srgbClr val="98878F"/>
                      </a:solidFill>
                      <a:prstDash val="solid"/>
                      <a:round/>
                      <a:headEnd type="none" w="med" len="med"/>
                      <a:tailEnd type="none" w="med" len="med"/>
                    </a:lnR>
                    <a:lnT cmpd="sng" algn="ctr" cap="flat" w="9525">
                      <a:solidFill>
                        <a:srgbClr val="98878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A6A6A6"/>
                    </a:solidFill>
                  </a:tcPr>
                </a:tc>
                <a:tc>
                  <a:txBody>
                    <a:bodyPr anchor="t" rtlCol="false"/>
                    <a:lstStyle/>
                    <a:p>
                      <a:pPr algn="ctr">
                        <a:lnSpc>
                          <a:spcPts val="3840"/>
                        </a:lnSpc>
                        <a:defRPr/>
                      </a:pPr>
                      <a:r>
                        <a:rPr lang="en-US" sz="3200">
                          <a:solidFill>
                            <a:srgbClr val="FFFFFF"/>
                          </a:solidFill>
                          <a:latin typeface="Montserrat"/>
                          <a:ea typeface="Montserrat"/>
                          <a:cs typeface="Montserrat"/>
                          <a:sym typeface="Montserrat"/>
                        </a:rPr>
                        <a:t>Author</a:t>
                      </a:r>
                      <a:endParaRPr lang="en-US" sz="1100"/>
                    </a:p>
                  </a:txBody>
                  <a:tcPr marL="91425" marR="91425" marT="91425" marB="91425" anchor="ctr">
                    <a:lnL cmpd="sng" algn="ctr" cap="flat" w="9525">
                      <a:solidFill>
                        <a:srgbClr val="98878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9525">
                      <a:solidFill>
                        <a:srgbClr val="98878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A6A6A6"/>
                    </a:solidFill>
                  </a:tcPr>
                </a:tc>
                <a:tc>
                  <a:txBody>
                    <a:bodyPr anchor="t" rtlCol="false"/>
                    <a:lstStyle/>
                    <a:p>
                      <a:pPr algn="ctr">
                        <a:lnSpc>
                          <a:spcPts val="3840"/>
                        </a:lnSpc>
                        <a:defRPr/>
                      </a:pPr>
                      <a:r>
                        <a:rPr lang="en-US" sz="3200">
                          <a:solidFill>
                            <a:srgbClr val="FFFFFF"/>
                          </a:solidFill>
                          <a:latin typeface="Montserrat"/>
                          <a:ea typeface="Montserrat"/>
                          <a:cs typeface="Montserrat"/>
                          <a:sym typeface="Montserrat"/>
                        </a:rPr>
                        <a:t>Paper</a:t>
                      </a:r>
                      <a:endParaRPr lang="en-US" sz="1100"/>
                    </a:p>
                  </a:txBody>
                  <a:tcPr marL="91425" marR="91425" marT="91425" marB="914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9525">
                      <a:solidFill>
                        <a:srgbClr val="98878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A6A6A6"/>
                    </a:solidFill>
                  </a:tcPr>
                </a:tc>
                <a:tc>
                  <a:txBody>
                    <a:bodyPr anchor="t" rtlCol="false"/>
                    <a:lstStyle/>
                    <a:p>
                      <a:pPr algn="ctr">
                        <a:lnSpc>
                          <a:spcPts val="3840"/>
                        </a:lnSpc>
                        <a:defRPr/>
                      </a:pPr>
                      <a:r>
                        <a:rPr lang="en-US" sz="3200">
                          <a:solidFill>
                            <a:srgbClr val="FFFFFF"/>
                          </a:solidFill>
                          <a:latin typeface="Montserrat"/>
                          <a:ea typeface="Montserrat"/>
                          <a:cs typeface="Montserrat"/>
                          <a:sym typeface="Montserrat"/>
                        </a:rPr>
                        <a:t>Parameters</a:t>
                      </a:r>
                      <a:endParaRPr lang="en-US" sz="1100"/>
                    </a:p>
                  </a:txBody>
                  <a:tcPr marL="91425" marR="91425" marT="91425" marB="914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9525">
                      <a:solidFill>
                        <a:srgbClr val="98878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A6A6A6"/>
                    </a:solidFill>
                  </a:tcPr>
                </a:tc>
              </a:tr>
            </a:tbl>
          </a:graphicData>
        </a:graphic>
      </p:graphicFrame>
      <p:graphicFrame>
        <p:nvGraphicFramePr>
          <p:cNvPr name="Table 10" id="10"/>
          <p:cNvGraphicFramePr>
            <a:graphicFrameLocks noGrp="true"/>
          </p:cNvGraphicFramePr>
          <p:nvPr/>
        </p:nvGraphicFramePr>
        <p:xfrm>
          <a:off x="641382" y="3317494"/>
          <a:ext cx="16510000" cy="4419600"/>
        </p:xfrm>
        <a:graphic>
          <a:graphicData uri="http://schemas.openxmlformats.org/drawingml/2006/table">
            <a:tbl>
              <a:tblPr/>
              <a:tblGrid>
                <a:gridCol w="2369481"/>
                <a:gridCol w="4991029"/>
                <a:gridCol w="4404224"/>
                <a:gridCol w="4745266"/>
              </a:tblGrid>
              <a:tr h="4419600">
                <a:tc>
                  <a:txBody>
                    <a:bodyPr anchor="t" rtlCol="false"/>
                    <a:lstStyle/>
                    <a:p>
                      <a:pPr algn="ctr">
                        <a:lnSpc>
                          <a:spcPts val="2879"/>
                        </a:lnSpc>
                        <a:defRPr/>
                      </a:pPr>
                      <a:r>
                        <a:rPr lang="en-US" b="true" sz="2400">
                          <a:solidFill>
                            <a:srgbClr val="060607"/>
                          </a:solidFill>
                          <a:latin typeface="Montserrat Medium"/>
                          <a:ea typeface="Montserrat Medium"/>
                          <a:cs typeface="Montserrat Medium"/>
                          <a:sym typeface="Montserrat Medium"/>
                        </a:rPr>
                        <a:t>5</a:t>
                      </a:r>
                      <a:endParaRPr lang="en-US" sz="1100"/>
                    </a:p>
                  </a:txBody>
                  <a:tcPr marL="91425" marR="91425" marT="91425" marB="914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CDAE46"/>
                    </a:solidFill>
                  </a:tcPr>
                </a:tc>
                <a:tc>
                  <a:txBody>
                    <a:bodyPr anchor="t" rtlCol="false"/>
                    <a:lstStyle/>
                    <a:p>
                      <a:pPr algn="ctr">
                        <a:lnSpc>
                          <a:spcPts val="3359"/>
                        </a:lnSpc>
                        <a:defRPr/>
                      </a:pPr>
                      <a:r>
                        <a:rPr lang="en-US" sz="2799">
                          <a:solidFill>
                            <a:srgbClr val="060607"/>
                          </a:solidFill>
                          <a:latin typeface="Arial"/>
                          <a:ea typeface="Arial"/>
                          <a:cs typeface="Arial"/>
                          <a:sym typeface="Arial"/>
                        </a:rPr>
                        <a:t>Neeraj Kumar, and G. Ram Mohana Reddy</a:t>
                      </a:r>
                      <a:endParaRPr lang="en-US" sz="1100"/>
                    </a:p>
                  </a:txBody>
                  <a:tcPr marL="91425" marR="91425" marT="91425" marB="914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CDAE46"/>
                    </a:solidFill>
                  </a:tcPr>
                </a:tc>
                <a:tc>
                  <a:txBody>
                    <a:bodyPr anchor="t" rtlCol="false"/>
                    <a:lstStyle/>
                    <a:p>
                      <a:pPr algn="ctr">
                        <a:lnSpc>
                          <a:spcPts val="2879"/>
                        </a:lnSpc>
                        <a:defRPr/>
                      </a:pPr>
                      <a:r>
                        <a:rPr lang="en-US" sz="2400">
                          <a:solidFill>
                            <a:srgbClr val="060607"/>
                          </a:solidFill>
                          <a:latin typeface="Arial"/>
                          <a:ea typeface="Arial"/>
                          <a:cs typeface="Arial"/>
                          <a:sym typeface="Arial"/>
                        </a:rPr>
                        <a:t>Multi-Objective Energy Efficient Virtual Machines Allocation at the Cloud Data Center</a:t>
                      </a:r>
                      <a:endParaRPr lang="en-US" sz="1100"/>
                    </a:p>
                    <a:p>
                      <a:pPr algn="ctr">
                        <a:lnSpc>
                          <a:spcPts val="2879"/>
                        </a:lnSpc>
                      </a:pPr>
                    </a:p>
                  </a:txBody>
                  <a:tcPr marL="91425" marR="91425" marT="91425" marB="914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CDAE46"/>
                    </a:solidFill>
                  </a:tcPr>
                </a:tc>
                <a:tc>
                  <a:txBody>
                    <a:bodyPr anchor="t" rtlCol="false"/>
                    <a:lstStyle/>
                    <a:p>
                      <a:pPr algn="ctr">
                        <a:lnSpc>
                          <a:spcPts val="2879"/>
                        </a:lnSpc>
                        <a:defRPr/>
                      </a:pPr>
                      <a:r>
                        <a:rPr lang="en-US" b="true" sz="2400">
                          <a:solidFill>
                            <a:srgbClr val="060607"/>
                          </a:solidFill>
                          <a:latin typeface="Montserrat Medium"/>
                          <a:ea typeface="Montserrat Medium"/>
                          <a:cs typeface="Montserrat Medium"/>
                          <a:sym typeface="Montserrat Medium"/>
                        </a:rPr>
                        <a:t>HGAPSO</a:t>
                      </a:r>
                      <a:endParaRPr lang="en-US" sz="1100"/>
                    </a:p>
                  </a:txBody>
                  <a:tcPr marL="91425" marR="91425" marT="91425" marB="91425" anchor="ctr">
                    <a:lnL cmpd="sng" algn="ctr" cap="flat" w="19050">
                      <a:solidFill>
                        <a:srgbClr val="FFFFFF"/>
                      </a:solidFill>
                      <a:prstDash val="solid"/>
                      <a:round/>
                      <a:headEnd type="none" w="med" len="med"/>
                      <a:tailEnd type="none" w="med" len="med"/>
                    </a:lnL>
                    <a:lnR cmpd="sng" algn="ctr" cap="flat" w="19050">
                      <a:solidFill>
                        <a:srgbClr val="FFFFFF"/>
                      </a:solidFill>
                      <a:prstDash val="solid"/>
                      <a:round/>
                      <a:headEnd type="none" w="med" len="med"/>
                      <a:tailEnd type="none" w="med" len="med"/>
                    </a:lnR>
                    <a:lnT cmpd="sng" algn="ctr" cap="flat" w="19050">
                      <a:solidFill>
                        <a:srgbClr val="FFFFFF"/>
                      </a:solidFill>
                      <a:prstDash val="solid"/>
                      <a:round/>
                      <a:headEnd type="none" w="med" len="med"/>
                      <a:tailEnd type="none" w="med" len="med"/>
                    </a:lnT>
                    <a:lnB cmpd="sng" algn="ctr" cap="flat" w="19050">
                      <a:solidFill>
                        <a:srgbClr val="FFFFFF"/>
                      </a:solidFill>
                      <a:prstDash val="solid"/>
                      <a:round/>
                      <a:headEnd type="none" w="med" len="med"/>
                      <a:tailEnd type="none" w="med" len="med"/>
                    </a:lnB>
                    <a:solidFill>
                      <a:srgbClr val="CDAE46"/>
                    </a:solidFill>
                  </a:tcPr>
                </a:tc>
              </a:tr>
            </a:tbl>
          </a:graphicData>
        </a:graphic>
      </p:graphicFrame>
      <p:sp>
        <p:nvSpPr>
          <p:cNvPr name="AutoShape 11" id="11"/>
          <p:cNvSpPr/>
          <p:nvPr/>
        </p:nvSpPr>
        <p:spPr>
          <a:xfrm rot="-5353387">
            <a:off x="2286367" y="2631167"/>
            <a:ext cx="1405025" cy="0"/>
          </a:xfrm>
          <a:prstGeom prst="line">
            <a:avLst/>
          </a:prstGeom>
          <a:ln cap="rnd" w="9525">
            <a:solidFill>
              <a:srgbClr val="FFFFFF"/>
            </a:solidFill>
            <a:prstDash val="solid"/>
            <a:headEnd type="none" len="sm" w="sm"/>
            <a:tailEnd type="none" len="sm" w="sm"/>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6F2F2"/>
        </a:solidFill>
      </p:bgPr>
    </p:bg>
    <p:spTree>
      <p:nvGrpSpPr>
        <p:cNvPr id="1" name=""/>
        <p:cNvGrpSpPr/>
        <p:nvPr/>
      </p:nvGrpSpPr>
      <p:grpSpPr>
        <a:xfrm>
          <a:off x="0" y="0"/>
          <a:ext cx="0" cy="0"/>
          <a:chOff x="0" y="0"/>
          <a:chExt cx="0" cy="0"/>
        </a:xfrm>
      </p:grpSpPr>
      <p:sp>
        <p:nvSpPr>
          <p:cNvPr name="Freeform 2" id="2"/>
          <p:cNvSpPr/>
          <p:nvPr/>
        </p:nvSpPr>
        <p:spPr>
          <a:xfrm flipH="false" flipV="false" rot="0">
            <a:off x="15642411" y="968866"/>
            <a:ext cx="4106217" cy="4571699"/>
          </a:xfrm>
          <a:custGeom>
            <a:avLst/>
            <a:gdLst/>
            <a:ahLst/>
            <a:cxnLst/>
            <a:rect r="r" b="b" t="t" l="l"/>
            <a:pathLst>
              <a:path h="4571699" w="4106217">
                <a:moveTo>
                  <a:pt x="0" y="0"/>
                </a:moveTo>
                <a:lnTo>
                  <a:pt x="4106216" y="0"/>
                </a:lnTo>
                <a:lnTo>
                  <a:pt x="4106216" y="4571699"/>
                </a:lnTo>
                <a:lnTo>
                  <a:pt x="0" y="45716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096575" y="-798381"/>
            <a:ext cx="3898412" cy="4571699"/>
          </a:xfrm>
          <a:custGeom>
            <a:avLst/>
            <a:gdLst/>
            <a:ahLst/>
            <a:cxnLst/>
            <a:rect r="r" b="b" t="t" l="l"/>
            <a:pathLst>
              <a:path h="4571699" w="3898412">
                <a:moveTo>
                  <a:pt x="0" y="0"/>
                </a:moveTo>
                <a:lnTo>
                  <a:pt x="3898412" y="0"/>
                </a:lnTo>
                <a:lnTo>
                  <a:pt x="3898412" y="4571699"/>
                </a:lnTo>
                <a:lnTo>
                  <a:pt x="0" y="45716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024771" y="5809341"/>
            <a:ext cx="3341496" cy="4571699"/>
          </a:xfrm>
          <a:custGeom>
            <a:avLst/>
            <a:gdLst/>
            <a:ahLst/>
            <a:cxnLst/>
            <a:rect r="r" b="b" t="t" l="l"/>
            <a:pathLst>
              <a:path h="4571699" w="3341496">
                <a:moveTo>
                  <a:pt x="0" y="0"/>
                </a:moveTo>
                <a:lnTo>
                  <a:pt x="3341496" y="0"/>
                </a:lnTo>
                <a:lnTo>
                  <a:pt x="3341496" y="4571699"/>
                </a:lnTo>
                <a:lnTo>
                  <a:pt x="0" y="45716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998167" y="4167526"/>
            <a:ext cx="2644244" cy="4516565"/>
          </a:xfrm>
          <a:custGeom>
            <a:avLst/>
            <a:gdLst/>
            <a:ahLst/>
            <a:cxnLst/>
            <a:rect r="r" b="b" t="t" l="l"/>
            <a:pathLst>
              <a:path h="4516565" w="2644244">
                <a:moveTo>
                  <a:pt x="0" y="0"/>
                </a:moveTo>
                <a:lnTo>
                  <a:pt x="2644244" y="0"/>
                </a:lnTo>
                <a:lnTo>
                  <a:pt x="2644244" y="4516565"/>
                </a:lnTo>
                <a:lnTo>
                  <a:pt x="0" y="45165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1685496" y="9074616"/>
            <a:ext cx="4100910" cy="2878093"/>
          </a:xfrm>
          <a:custGeom>
            <a:avLst/>
            <a:gdLst/>
            <a:ahLst/>
            <a:cxnLst/>
            <a:rect r="r" b="b" t="t" l="l"/>
            <a:pathLst>
              <a:path h="2878093" w="4100910">
                <a:moveTo>
                  <a:pt x="0" y="0"/>
                </a:moveTo>
                <a:lnTo>
                  <a:pt x="4100911" y="0"/>
                </a:lnTo>
                <a:lnTo>
                  <a:pt x="4100911" y="2878094"/>
                </a:lnTo>
                <a:lnTo>
                  <a:pt x="0" y="287809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4816208" y="1865720"/>
            <a:ext cx="5894586" cy="8033508"/>
          </a:xfrm>
          <a:custGeom>
            <a:avLst/>
            <a:gdLst/>
            <a:ahLst/>
            <a:cxnLst/>
            <a:rect r="r" b="b" t="t" l="l"/>
            <a:pathLst>
              <a:path h="8033508" w="5894586">
                <a:moveTo>
                  <a:pt x="0" y="0"/>
                </a:moveTo>
                <a:lnTo>
                  <a:pt x="5894586" y="0"/>
                </a:lnTo>
                <a:lnTo>
                  <a:pt x="5894586" y="8033508"/>
                </a:lnTo>
                <a:lnTo>
                  <a:pt x="0" y="8033508"/>
                </a:lnTo>
                <a:lnTo>
                  <a:pt x="0" y="0"/>
                </a:lnTo>
                <a:close/>
              </a:path>
            </a:pathLst>
          </a:custGeom>
          <a:blipFill>
            <a:blip r:embed="rId12"/>
            <a:stretch>
              <a:fillRect l="0" t="0" r="0" b="0"/>
            </a:stretch>
          </a:blipFill>
        </p:spPr>
      </p:sp>
      <p:sp>
        <p:nvSpPr>
          <p:cNvPr name="TextBox 8" id="8"/>
          <p:cNvSpPr txBox="true"/>
          <p:nvPr/>
        </p:nvSpPr>
        <p:spPr>
          <a:xfrm rot="0">
            <a:off x="2486108" y="603214"/>
            <a:ext cx="10334506" cy="1262506"/>
          </a:xfrm>
          <a:prstGeom prst="rect">
            <a:avLst/>
          </a:prstGeom>
        </p:spPr>
        <p:txBody>
          <a:bodyPr anchor="t" rtlCol="false" tIns="0" lIns="0" bIns="0" rIns="0">
            <a:spAutoFit/>
          </a:bodyPr>
          <a:lstStyle/>
          <a:p>
            <a:pPr algn="just">
              <a:lnSpc>
                <a:spcPts val="7743"/>
              </a:lnSpc>
            </a:pPr>
            <a:r>
              <a:rPr lang="en-US" b="true" sz="8799" spc="-554">
                <a:solidFill>
                  <a:srgbClr val="1C0140"/>
                </a:solidFill>
                <a:latin typeface="Calibri (MS) Bold"/>
                <a:ea typeface="Calibri (MS) Bold"/>
                <a:cs typeface="Calibri (MS) Bold"/>
                <a:sym typeface="Calibri (MS) Bold"/>
              </a:rPr>
              <a:t>Methodology</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6F2F2"/>
        </a:solidFill>
      </p:bgPr>
    </p:bg>
    <p:spTree>
      <p:nvGrpSpPr>
        <p:cNvPr id="1" name=""/>
        <p:cNvGrpSpPr/>
        <p:nvPr/>
      </p:nvGrpSpPr>
      <p:grpSpPr>
        <a:xfrm>
          <a:off x="0" y="0"/>
          <a:ext cx="0" cy="0"/>
          <a:chOff x="0" y="0"/>
          <a:chExt cx="0" cy="0"/>
        </a:xfrm>
      </p:grpSpPr>
      <p:grpSp>
        <p:nvGrpSpPr>
          <p:cNvPr name="Group 2" id="2"/>
          <p:cNvGrpSpPr/>
          <p:nvPr/>
        </p:nvGrpSpPr>
        <p:grpSpPr>
          <a:xfrm rot="0">
            <a:off x="666750" y="1472354"/>
            <a:ext cx="16954500" cy="8147896"/>
            <a:chOff x="0" y="0"/>
            <a:chExt cx="32818334" cy="15771645"/>
          </a:xfrm>
        </p:grpSpPr>
        <p:sp>
          <p:nvSpPr>
            <p:cNvPr name="Freeform 3" id="3"/>
            <p:cNvSpPr/>
            <p:nvPr/>
          </p:nvSpPr>
          <p:spPr>
            <a:xfrm flipH="false" flipV="false" rot="0">
              <a:off x="0" y="0"/>
              <a:ext cx="32818335" cy="15771645"/>
            </a:xfrm>
            <a:custGeom>
              <a:avLst/>
              <a:gdLst/>
              <a:ahLst/>
              <a:cxnLst/>
              <a:rect r="r" b="b" t="t" l="l"/>
              <a:pathLst>
                <a:path h="15771645" w="32818335">
                  <a:moveTo>
                    <a:pt x="0" y="0"/>
                  </a:moveTo>
                  <a:lnTo>
                    <a:pt x="0" y="15771645"/>
                  </a:lnTo>
                  <a:lnTo>
                    <a:pt x="32818335" y="15771645"/>
                  </a:lnTo>
                  <a:lnTo>
                    <a:pt x="32818335" y="0"/>
                  </a:lnTo>
                  <a:lnTo>
                    <a:pt x="0" y="0"/>
                  </a:lnTo>
                  <a:close/>
                  <a:moveTo>
                    <a:pt x="32757374" y="15710684"/>
                  </a:moveTo>
                  <a:lnTo>
                    <a:pt x="59690" y="15710684"/>
                  </a:lnTo>
                  <a:lnTo>
                    <a:pt x="59690" y="59690"/>
                  </a:lnTo>
                  <a:lnTo>
                    <a:pt x="32757374" y="59690"/>
                  </a:lnTo>
                  <a:lnTo>
                    <a:pt x="32757374" y="15710684"/>
                  </a:lnTo>
                  <a:close/>
                </a:path>
              </a:pathLst>
            </a:custGeom>
            <a:solidFill>
              <a:srgbClr val="000000"/>
            </a:solidFill>
          </p:spPr>
        </p:sp>
      </p:grpSp>
      <p:grpSp>
        <p:nvGrpSpPr>
          <p:cNvPr name="Group 4" id="4"/>
          <p:cNvGrpSpPr/>
          <p:nvPr/>
        </p:nvGrpSpPr>
        <p:grpSpPr>
          <a:xfrm rot="0">
            <a:off x="666750" y="1472354"/>
            <a:ext cx="8491538" cy="4118590"/>
            <a:chOff x="0" y="0"/>
            <a:chExt cx="43014338" cy="20862939"/>
          </a:xfrm>
        </p:grpSpPr>
        <p:sp>
          <p:nvSpPr>
            <p:cNvPr name="Freeform 5" id="5"/>
            <p:cNvSpPr/>
            <p:nvPr/>
          </p:nvSpPr>
          <p:spPr>
            <a:xfrm flipH="false" flipV="false" rot="0">
              <a:off x="72390" y="72390"/>
              <a:ext cx="42869559" cy="20718160"/>
            </a:xfrm>
            <a:custGeom>
              <a:avLst/>
              <a:gdLst/>
              <a:ahLst/>
              <a:cxnLst/>
              <a:rect r="r" b="b" t="t" l="l"/>
              <a:pathLst>
                <a:path h="20718160" w="42869559">
                  <a:moveTo>
                    <a:pt x="0" y="0"/>
                  </a:moveTo>
                  <a:lnTo>
                    <a:pt x="42869559" y="0"/>
                  </a:lnTo>
                  <a:lnTo>
                    <a:pt x="42869559" y="20718160"/>
                  </a:lnTo>
                  <a:lnTo>
                    <a:pt x="0" y="20718160"/>
                  </a:lnTo>
                  <a:lnTo>
                    <a:pt x="0" y="0"/>
                  </a:lnTo>
                  <a:close/>
                </a:path>
              </a:pathLst>
            </a:custGeom>
            <a:solidFill>
              <a:srgbClr val="EAD486"/>
            </a:solidFill>
          </p:spPr>
        </p:sp>
        <p:sp>
          <p:nvSpPr>
            <p:cNvPr name="Freeform 6" id="6"/>
            <p:cNvSpPr/>
            <p:nvPr/>
          </p:nvSpPr>
          <p:spPr>
            <a:xfrm flipH="false" flipV="false" rot="0">
              <a:off x="0" y="0"/>
              <a:ext cx="43014339" cy="20862939"/>
            </a:xfrm>
            <a:custGeom>
              <a:avLst/>
              <a:gdLst/>
              <a:ahLst/>
              <a:cxnLst/>
              <a:rect r="r" b="b" t="t" l="l"/>
              <a:pathLst>
                <a:path h="20862939" w="43014339">
                  <a:moveTo>
                    <a:pt x="42869560" y="20718159"/>
                  </a:moveTo>
                  <a:lnTo>
                    <a:pt x="43014339" y="20718159"/>
                  </a:lnTo>
                  <a:lnTo>
                    <a:pt x="43014339" y="20862939"/>
                  </a:lnTo>
                  <a:lnTo>
                    <a:pt x="42869560" y="20862939"/>
                  </a:lnTo>
                  <a:lnTo>
                    <a:pt x="42869560" y="20718159"/>
                  </a:lnTo>
                  <a:close/>
                  <a:moveTo>
                    <a:pt x="0" y="144780"/>
                  </a:moveTo>
                  <a:lnTo>
                    <a:pt x="144780" y="144780"/>
                  </a:lnTo>
                  <a:lnTo>
                    <a:pt x="144780" y="20718159"/>
                  </a:lnTo>
                  <a:lnTo>
                    <a:pt x="0" y="20718159"/>
                  </a:lnTo>
                  <a:lnTo>
                    <a:pt x="0" y="144780"/>
                  </a:lnTo>
                  <a:close/>
                  <a:moveTo>
                    <a:pt x="0" y="20718159"/>
                  </a:moveTo>
                  <a:lnTo>
                    <a:pt x="144780" y="20718159"/>
                  </a:lnTo>
                  <a:lnTo>
                    <a:pt x="144780" y="20862939"/>
                  </a:lnTo>
                  <a:lnTo>
                    <a:pt x="0" y="20862939"/>
                  </a:lnTo>
                  <a:lnTo>
                    <a:pt x="0" y="20718159"/>
                  </a:lnTo>
                  <a:close/>
                  <a:moveTo>
                    <a:pt x="42869560" y="144780"/>
                  </a:moveTo>
                  <a:lnTo>
                    <a:pt x="43014339" y="144780"/>
                  </a:lnTo>
                  <a:lnTo>
                    <a:pt x="43014339" y="20718159"/>
                  </a:lnTo>
                  <a:lnTo>
                    <a:pt x="42869560" y="20718159"/>
                  </a:lnTo>
                  <a:lnTo>
                    <a:pt x="42869560" y="144780"/>
                  </a:lnTo>
                  <a:close/>
                  <a:moveTo>
                    <a:pt x="144780" y="20718159"/>
                  </a:moveTo>
                  <a:lnTo>
                    <a:pt x="42869560" y="20718159"/>
                  </a:lnTo>
                  <a:lnTo>
                    <a:pt x="42869560" y="20862939"/>
                  </a:lnTo>
                  <a:lnTo>
                    <a:pt x="144780" y="20862939"/>
                  </a:lnTo>
                  <a:lnTo>
                    <a:pt x="144780" y="20718159"/>
                  </a:lnTo>
                  <a:close/>
                  <a:moveTo>
                    <a:pt x="42869560" y="0"/>
                  </a:moveTo>
                  <a:lnTo>
                    <a:pt x="43014339" y="0"/>
                  </a:lnTo>
                  <a:lnTo>
                    <a:pt x="43014339" y="144780"/>
                  </a:lnTo>
                  <a:lnTo>
                    <a:pt x="42869560" y="144780"/>
                  </a:lnTo>
                  <a:lnTo>
                    <a:pt x="42869560" y="0"/>
                  </a:lnTo>
                  <a:close/>
                  <a:moveTo>
                    <a:pt x="0" y="0"/>
                  </a:moveTo>
                  <a:lnTo>
                    <a:pt x="144780" y="0"/>
                  </a:lnTo>
                  <a:lnTo>
                    <a:pt x="144780" y="144780"/>
                  </a:lnTo>
                  <a:lnTo>
                    <a:pt x="0" y="144780"/>
                  </a:lnTo>
                  <a:lnTo>
                    <a:pt x="0" y="0"/>
                  </a:lnTo>
                  <a:close/>
                  <a:moveTo>
                    <a:pt x="144780" y="0"/>
                  </a:moveTo>
                  <a:lnTo>
                    <a:pt x="42869560" y="0"/>
                  </a:lnTo>
                  <a:lnTo>
                    <a:pt x="42869560" y="144780"/>
                  </a:lnTo>
                  <a:lnTo>
                    <a:pt x="144780" y="144780"/>
                  </a:lnTo>
                  <a:lnTo>
                    <a:pt x="144780" y="0"/>
                  </a:lnTo>
                  <a:close/>
                </a:path>
              </a:pathLst>
            </a:custGeom>
            <a:solidFill>
              <a:srgbClr val="000000"/>
            </a:solidFill>
          </p:spPr>
        </p:sp>
      </p:grpSp>
      <p:grpSp>
        <p:nvGrpSpPr>
          <p:cNvPr name="Group 7" id="7"/>
          <p:cNvGrpSpPr/>
          <p:nvPr/>
        </p:nvGrpSpPr>
        <p:grpSpPr>
          <a:xfrm rot="0">
            <a:off x="666750" y="666750"/>
            <a:ext cx="16954500" cy="866314"/>
            <a:chOff x="0" y="0"/>
            <a:chExt cx="90918020" cy="4645584"/>
          </a:xfrm>
        </p:grpSpPr>
        <p:sp>
          <p:nvSpPr>
            <p:cNvPr name="Freeform 8" id="8"/>
            <p:cNvSpPr/>
            <p:nvPr/>
          </p:nvSpPr>
          <p:spPr>
            <a:xfrm flipH="false" flipV="false" rot="0">
              <a:off x="72390" y="72390"/>
              <a:ext cx="90773240" cy="4500805"/>
            </a:xfrm>
            <a:custGeom>
              <a:avLst/>
              <a:gdLst/>
              <a:ahLst/>
              <a:cxnLst/>
              <a:rect r="r" b="b" t="t" l="l"/>
              <a:pathLst>
                <a:path h="4500805" w="90773240">
                  <a:moveTo>
                    <a:pt x="0" y="0"/>
                  </a:moveTo>
                  <a:lnTo>
                    <a:pt x="90773240" y="0"/>
                  </a:lnTo>
                  <a:lnTo>
                    <a:pt x="90773240" y="4500805"/>
                  </a:lnTo>
                  <a:lnTo>
                    <a:pt x="0" y="4500805"/>
                  </a:lnTo>
                  <a:lnTo>
                    <a:pt x="0" y="0"/>
                  </a:lnTo>
                  <a:close/>
                </a:path>
              </a:pathLst>
            </a:custGeom>
            <a:solidFill>
              <a:srgbClr val="9DCED8"/>
            </a:solidFill>
          </p:spPr>
        </p:sp>
        <p:sp>
          <p:nvSpPr>
            <p:cNvPr name="Freeform 9" id="9"/>
            <p:cNvSpPr/>
            <p:nvPr/>
          </p:nvSpPr>
          <p:spPr>
            <a:xfrm flipH="false" flipV="false" rot="0">
              <a:off x="0" y="0"/>
              <a:ext cx="90918023" cy="4645584"/>
            </a:xfrm>
            <a:custGeom>
              <a:avLst/>
              <a:gdLst/>
              <a:ahLst/>
              <a:cxnLst/>
              <a:rect r="r" b="b" t="t" l="l"/>
              <a:pathLst>
                <a:path h="4645584" w="90918023">
                  <a:moveTo>
                    <a:pt x="90773238" y="4500804"/>
                  </a:moveTo>
                  <a:lnTo>
                    <a:pt x="90918023" y="4500804"/>
                  </a:lnTo>
                  <a:lnTo>
                    <a:pt x="90918023" y="4645584"/>
                  </a:lnTo>
                  <a:lnTo>
                    <a:pt x="90773238" y="4645584"/>
                  </a:lnTo>
                  <a:lnTo>
                    <a:pt x="90773238" y="4500804"/>
                  </a:lnTo>
                  <a:close/>
                  <a:moveTo>
                    <a:pt x="0" y="144780"/>
                  </a:moveTo>
                  <a:lnTo>
                    <a:pt x="144780" y="144780"/>
                  </a:lnTo>
                  <a:lnTo>
                    <a:pt x="144780" y="4500804"/>
                  </a:lnTo>
                  <a:lnTo>
                    <a:pt x="0" y="4500804"/>
                  </a:lnTo>
                  <a:lnTo>
                    <a:pt x="0" y="144780"/>
                  </a:lnTo>
                  <a:close/>
                  <a:moveTo>
                    <a:pt x="0" y="4500804"/>
                  </a:moveTo>
                  <a:lnTo>
                    <a:pt x="144780" y="4500804"/>
                  </a:lnTo>
                  <a:lnTo>
                    <a:pt x="144780" y="4645584"/>
                  </a:lnTo>
                  <a:lnTo>
                    <a:pt x="0" y="4645584"/>
                  </a:lnTo>
                  <a:lnTo>
                    <a:pt x="0" y="4500804"/>
                  </a:lnTo>
                  <a:close/>
                  <a:moveTo>
                    <a:pt x="90773238" y="144780"/>
                  </a:moveTo>
                  <a:lnTo>
                    <a:pt x="90918023" y="144780"/>
                  </a:lnTo>
                  <a:lnTo>
                    <a:pt x="90918023" y="4500804"/>
                  </a:lnTo>
                  <a:lnTo>
                    <a:pt x="90773238" y="4500804"/>
                  </a:lnTo>
                  <a:lnTo>
                    <a:pt x="90773238" y="144780"/>
                  </a:lnTo>
                  <a:close/>
                  <a:moveTo>
                    <a:pt x="144780" y="4500804"/>
                  </a:moveTo>
                  <a:lnTo>
                    <a:pt x="90773238" y="4500804"/>
                  </a:lnTo>
                  <a:lnTo>
                    <a:pt x="90773238" y="4645584"/>
                  </a:lnTo>
                  <a:lnTo>
                    <a:pt x="144780" y="4645584"/>
                  </a:lnTo>
                  <a:lnTo>
                    <a:pt x="144780" y="4500804"/>
                  </a:lnTo>
                  <a:close/>
                  <a:moveTo>
                    <a:pt x="90773238" y="0"/>
                  </a:moveTo>
                  <a:lnTo>
                    <a:pt x="90918023" y="0"/>
                  </a:lnTo>
                  <a:lnTo>
                    <a:pt x="90918023" y="144780"/>
                  </a:lnTo>
                  <a:lnTo>
                    <a:pt x="90773238" y="144780"/>
                  </a:lnTo>
                  <a:lnTo>
                    <a:pt x="90773238" y="0"/>
                  </a:lnTo>
                  <a:close/>
                  <a:moveTo>
                    <a:pt x="0" y="0"/>
                  </a:moveTo>
                  <a:lnTo>
                    <a:pt x="144780" y="0"/>
                  </a:lnTo>
                  <a:lnTo>
                    <a:pt x="144780" y="144780"/>
                  </a:lnTo>
                  <a:lnTo>
                    <a:pt x="0" y="144780"/>
                  </a:lnTo>
                  <a:lnTo>
                    <a:pt x="0" y="0"/>
                  </a:lnTo>
                  <a:close/>
                  <a:moveTo>
                    <a:pt x="144780" y="0"/>
                  </a:moveTo>
                  <a:lnTo>
                    <a:pt x="90773238" y="0"/>
                  </a:lnTo>
                  <a:lnTo>
                    <a:pt x="90773238" y="144780"/>
                  </a:lnTo>
                  <a:lnTo>
                    <a:pt x="144780" y="144780"/>
                  </a:lnTo>
                  <a:lnTo>
                    <a:pt x="144780" y="0"/>
                  </a:lnTo>
                  <a:close/>
                </a:path>
              </a:pathLst>
            </a:custGeom>
            <a:solidFill>
              <a:srgbClr val="000000"/>
            </a:solidFill>
          </p:spPr>
        </p:sp>
      </p:grpSp>
      <p:grpSp>
        <p:nvGrpSpPr>
          <p:cNvPr name="Group 10" id="10"/>
          <p:cNvGrpSpPr>
            <a:grpSpLocks noChangeAspect="true"/>
          </p:cNvGrpSpPr>
          <p:nvPr/>
        </p:nvGrpSpPr>
        <p:grpSpPr>
          <a:xfrm rot="0">
            <a:off x="1219200" y="959306"/>
            <a:ext cx="281202" cy="281202"/>
            <a:chOff x="0" y="0"/>
            <a:chExt cx="495300" cy="495300"/>
          </a:xfrm>
        </p:grpSpPr>
        <p:sp>
          <p:nvSpPr>
            <p:cNvPr name="Freeform 11" id="11"/>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2" id="12"/>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4B9B7"/>
            </a:solidFill>
          </p:spPr>
        </p:sp>
      </p:grpSp>
      <p:grpSp>
        <p:nvGrpSpPr>
          <p:cNvPr name="Group 13" id="13"/>
          <p:cNvGrpSpPr>
            <a:grpSpLocks noChangeAspect="true"/>
          </p:cNvGrpSpPr>
          <p:nvPr/>
        </p:nvGrpSpPr>
        <p:grpSpPr>
          <a:xfrm rot="0">
            <a:off x="1742282" y="959306"/>
            <a:ext cx="281202" cy="281202"/>
            <a:chOff x="0" y="0"/>
            <a:chExt cx="495300" cy="495300"/>
          </a:xfrm>
        </p:grpSpPr>
        <p:sp>
          <p:nvSpPr>
            <p:cNvPr name="Freeform 14" id="14"/>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5" id="15"/>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AD486"/>
            </a:solidFill>
          </p:spPr>
        </p:sp>
      </p:grpSp>
      <p:grpSp>
        <p:nvGrpSpPr>
          <p:cNvPr name="Group 16" id="16"/>
          <p:cNvGrpSpPr>
            <a:grpSpLocks noChangeAspect="true"/>
          </p:cNvGrpSpPr>
          <p:nvPr/>
        </p:nvGrpSpPr>
        <p:grpSpPr>
          <a:xfrm rot="0">
            <a:off x="2265364" y="959306"/>
            <a:ext cx="281202" cy="281202"/>
            <a:chOff x="0" y="0"/>
            <a:chExt cx="495300" cy="495300"/>
          </a:xfrm>
        </p:grpSpPr>
        <p:sp>
          <p:nvSpPr>
            <p:cNvPr name="Freeform 17" id="17"/>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8" id="18"/>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CAE4BA"/>
            </a:solidFill>
          </p:spPr>
        </p:sp>
      </p:grpSp>
      <p:sp>
        <p:nvSpPr>
          <p:cNvPr name="Freeform 19" id="19"/>
          <p:cNvSpPr/>
          <p:nvPr/>
        </p:nvSpPr>
        <p:spPr>
          <a:xfrm flipH="false" flipV="false" rot="0">
            <a:off x="16759710" y="945362"/>
            <a:ext cx="309090" cy="309090"/>
          </a:xfrm>
          <a:custGeom>
            <a:avLst/>
            <a:gdLst/>
            <a:ahLst/>
            <a:cxnLst/>
            <a:rect r="r" b="b" t="t" l="l"/>
            <a:pathLst>
              <a:path h="309090" w="309090">
                <a:moveTo>
                  <a:pt x="0" y="0"/>
                </a:moveTo>
                <a:lnTo>
                  <a:pt x="309090" y="0"/>
                </a:lnTo>
                <a:lnTo>
                  <a:pt x="309090" y="309090"/>
                </a:lnTo>
                <a:lnTo>
                  <a:pt x="0" y="3090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0" id="20"/>
          <p:cNvSpPr txBox="true"/>
          <p:nvPr/>
        </p:nvSpPr>
        <p:spPr>
          <a:xfrm rot="0">
            <a:off x="1219200" y="2632489"/>
            <a:ext cx="6669395" cy="1874520"/>
          </a:xfrm>
          <a:prstGeom prst="rect">
            <a:avLst/>
          </a:prstGeom>
        </p:spPr>
        <p:txBody>
          <a:bodyPr anchor="t" rtlCol="false" tIns="0" lIns="0" bIns="0" rIns="0">
            <a:spAutoFit/>
          </a:bodyPr>
          <a:lstStyle/>
          <a:p>
            <a:pPr algn="l">
              <a:lnSpc>
                <a:spcPts val="4800"/>
              </a:lnSpc>
            </a:pPr>
            <a:r>
              <a:rPr lang="en-US" sz="4800" b="true">
                <a:solidFill>
                  <a:srgbClr val="000000"/>
                </a:solidFill>
                <a:latin typeface="Courier Prime Bold"/>
                <a:ea typeface="Courier Prime Bold"/>
                <a:cs typeface="Courier Prime Bold"/>
                <a:sym typeface="Courier Prime Bold"/>
              </a:rPr>
              <a:t>Module One:Dataset Generation (VMs &amp; Containers)</a:t>
            </a:r>
          </a:p>
        </p:txBody>
      </p:sp>
      <p:sp>
        <p:nvSpPr>
          <p:cNvPr name="AutoShape 21" id="21"/>
          <p:cNvSpPr/>
          <p:nvPr/>
        </p:nvSpPr>
        <p:spPr>
          <a:xfrm rot="-5400000">
            <a:off x="7129347" y="7591310"/>
            <a:ext cx="4029305" cy="0"/>
          </a:xfrm>
          <a:prstGeom prst="line">
            <a:avLst/>
          </a:prstGeom>
          <a:ln cap="rnd" w="28575">
            <a:solidFill>
              <a:srgbClr val="000000"/>
            </a:solidFill>
            <a:prstDash val="solid"/>
            <a:headEnd type="none" len="sm" w="sm"/>
            <a:tailEnd type="none" len="sm" w="sm"/>
          </a:ln>
        </p:spPr>
      </p:sp>
      <p:sp>
        <p:nvSpPr>
          <p:cNvPr name="AutoShape 22" id="22"/>
          <p:cNvSpPr/>
          <p:nvPr/>
        </p:nvSpPr>
        <p:spPr>
          <a:xfrm rot="0">
            <a:off x="9129712" y="5562370"/>
            <a:ext cx="8491538" cy="0"/>
          </a:xfrm>
          <a:prstGeom prst="line">
            <a:avLst/>
          </a:prstGeom>
          <a:ln cap="rnd" w="28575">
            <a:solidFill>
              <a:srgbClr val="000000"/>
            </a:solidFill>
            <a:prstDash val="solid"/>
            <a:headEnd type="none" len="sm" w="sm"/>
            <a:tailEnd type="none" len="sm" w="sm"/>
          </a:ln>
        </p:spPr>
      </p:sp>
      <p:sp>
        <p:nvSpPr>
          <p:cNvPr name="Freeform 23" id="23"/>
          <p:cNvSpPr/>
          <p:nvPr/>
        </p:nvSpPr>
        <p:spPr>
          <a:xfrm flipH="true" flipV="false" rot="0">
            <a:off x="9837158" y="2150539"/>
            <a:ext cx="405034" cy="405034"/>
          </a:xfrm>
          <a:custGeom>
            <a:avLst/>
            <a:gdLst/>
            <a:ahLst/>
            <a:cxnLst/>
            <a:rect r="r" b="b" t="t" l="l"/>
            <a:pathLst>
              <a:path h="405034" w="405034">
                <a:moveTo>
                  <a:pt x="405034" y="0"/>
                </a:moveTo>
                <a:lnTo>
                  <a:pt x="0" y="0"/>
                </a:lnTo>
                <a:lnTo>
                  <a:pt x="0" y="405034"/>
                </a:lnTo>
                <a:lnTo>
                  <a:pt x="405034" y="405034"/>
                </a:lnTo>
                <a:lnTo>
                  <a:pt x="40503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true" flipV="false" rot="0">
            <a:off x="9837158" y="6213846"/>
            <a:ext cx="405034" cy="405034"/>
          </a:xfrm>
          <a:custGeom>
            <a:avLst/>
            <a:gdLst/>
            <a:ahLst/>
            <a:cxnLst/>
            <a:rect r="r" b="b" t="t" l="l"/>
            <a:pathLst>
              <a:path h="405034" w="405034">
                <a:moveTo>
                  <a:pt x="405034" y="0"/>
                </a:moveTo>
                <a:lnTo>
                  <a:pt x="0" y="0"/>
                </a:lnTo>
                <a:lnTo>
                  <a:pt x="0" y="405034"/>
                </a:lnTo>
                <a:lnTo>
                  <a:pt x="405034" y="405034"/>
                </a:lnTo>
                <a:lnTo>
                  <a:pt x="40503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true" flipV="false" rot="0">
            <a:off x="1523192" y="6213846"/>
            <a:ext cx="405034" cy="405034"/>
          </a:xfrm>
          <a:custGeom>
            <a:avLst/>
            <a:gdLst/>
            <a:ahLst/>
            <a:cxnLst/>
            <a:rect r="r" b="b" t="t" l="l"/>
            <a:pathLst>
              <a:path h="405034" w="405034">
                <a:moveTo>
                  <a:pt x="405034" y="0"/>
                </a:moveTo>
                <a:lnTo>
                  <a:pt x="0" y="0"/>
                </a:lnTo>
                <a:lnTo>
                  <a:pt x="0" y="405034"/>
                </a:lnTo>
                <a:lnTo>
                  <a:pt x="405034" y="405034"/>
                </a:lnTo>
                <a:lnTo>
                  <a:pt x="40503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6" id="26"/>
          <p:cNvSpPr txBox="true"/>
          <p:nvPr/>
        </p:nvSpPr>
        <p:spPr>
          <a:xfrm rot="0">
            <a:off x="10753759" y="2780459"/>
            <a:ext cx="6160496" cy="2270760"/>
          </a:xfrm>
          <a:prstGeom prst="rect">
            <a:avLst/>
          </a:prstGeom>
        </p:spPr>
        <p:txBody>
          <a:bodyPr anchor="t" rtlCol="false" tIns="0" lIns="0" bIns="0" rIns="0">
            <a:spAutoFit/>
          </a:bodyPr>
          <a:lstStyle/>
          <a:p>
            <a:pPr algn="l" marL="0" indent="0" lvl="0">
              <a:lnSpc>
                <a:spcPts val="3600"/>
              </a:lnSpc>
            </a:pPr>
            <a:r>
              <a:rPr lang="en-US" sz="2400">
                <a:solidFill>
                  <a:srgbClr val="000000"/>
                </a:solidFill>
                <a:latin typeface="Cartograph Mono"/>
                <a:ea typeface="Cartograph Mono"/>
                <a:cs typeface="Cartograph Mono"/>
                <a:sym typeface="Cartograph Mono"/>
              </a:rPr>
              <a:t>This module is responsible for creating synthetic data that represents the resource usage of multiple containers running on virtual machines (VMs). </a:t>
            </a:r>
          </a:p>
        </p:txBody>
      </p:sp>
      <p:sp>
        <p:nvSpPr>
          <p:cNvPr name="TextBox 27" id="27"/>
          <p:cNvSpPr txBox="true"/>
          <p:nvPr/>
        </p:nvSpPr>
        <p:spPr>
          <a:xfrm rot="0">
            <a:off x="2292941" y="5743345"/>
            <a:ext cx="6160496" cy="3185160"/>
          </a:xfrm>
          <a:prstGeom prst="rect">
            <a:avLst/>
          </a:prstGeom>
        </p:spPr>
        <p:txBody>
          <a:bodyPr anchor="t" rtlCol="false" tIns="0" lIns="0" bIns="0" rIns="0">
            <a:spAutoFit/>
          </a:bodyPr>
          <a:lstStyle/>
          <a:p>
            <a:pPr algn="l">
              <a:lnSpc>
                <a:spcPts val="3600"/>
              </a:lnSpc>
            </a:pPr>
            <a:r>
              <a:rPr lang="en-US" sz="2400">
                <a:solidFill>
                  <a:srgbClr val="000000"/>
                </a:solidFill>
                <a:latin typeface="Cartograph Mono"/>
                <a:ea typeface="Cartograph Mono"/>
                <a:cs typeface="Cartograph Mono"/>
                <a:sym typeface="Cartograph Mono"/>
              </a:rPr>
              <a:t>The dataset includes metrics such as:</a:t>
            </a:r>
          </a:p>
          <a:p>
            <a:pPr algn="l" marL="1036320" indent="-345440" lvl="2">
              <a:lnSpc>
                <a:spcPts val="3600"/>
              </a:lnSpc>
              <a:buFont typeface="Arial"/>
              <a:buChar char="⚬"/>
            </a:pPr>
            <a:r>
              <a:rPr lang="en-US" sz="2400">
                <a:solidFill>
                  <a:srgbClr val="000000"/>
                </a:solidFill>
                <a:latin typeface="Cartograph Mono"/>
                <a:ea typeface="Cartograph Mono"/>
                <a:cs typeface="Cartograph Mono"/>
                <a:sym typeface="Cartograph Mono"/>
              </a:rPr>
              <a:t>CPU Usage</a:t>
            </a:r>
          </a:p>
          <a:p>
            <a:pPr algn="l" marL="1036320" indent="-345440" lvl="2">
              <a:lnSpc>
                <a:spcPts val="3600"/>
              </a:lnSpc>
              <a:buFont typeface="Arial"/>
              <a:buChar char="⚬"/>
            </a:pPr>
            <a:r>
              <a:rPr lang="en-US" sz="2400">
                <a:solidFill>
                  <a:srgbClr val="000000"/>
                </a:solidFill>
                <a:latin typeface="Cartograph Mono"/>
                <a:ea typeface="Cartograph Mono"/>
                <a:cs typeface="Cartograph Mono"/>
                <a:sym typeface="Cartograph Mono"/>
              </a:rPr>
              <a:t>Memory Utilization</a:t>
            </a:r>
          </a:p>
          <a:p>
            <a:pPr algn="l" marL="1036320" indent="-345440" lvl="2">
              <a:lnSpc>
                <a:spcPts val="3600"/>
              </a:lnSpc>
              <a:buFont typeface="Arial"/>
              <a:buChar char="⚬"/>
            </a:pPr>
            <a:r>
              <a:rPr lang="en-US" sz="2400">
                <a:solidFill>
                  <a:srgbClr val="000000"/>
                </a:solidFill>
                <a:latin typeface="Cartograph Mono"/>
                <a:ea typeface="Cartograph Mono"/>
                <a:cs typeface="Cartograph Mono"/>
                <a:sym typeface="Cartograph Mono"/>
              </a:rPr>
              <a:t>Network Traffic</a:t>
            </a:r>
          </a:p>
          <a:p>
            <a:pPr algn="l" marL="1036320" indent="-345440" lvl="2">
              <a:lnSpc>
                <a:spcPts val="3600"/>
              </a:lnSpc>
              <a:buFont typeface="Arial"/>
              <a:buChar char="⚬"/>
            </a:pPr>
            <a:r>
              <a:rPr lang="en-US" sz="2400">
                <a:solidFill>
                  <a:srgbClr val="000000"/>
                </a:solidFill>
                <a:latin typeface="Cartograph Mono"/>
                <a:ea typeface="Cartograph Mono"/>
                <a:cs typeface="Cartograph Mono"/>
                <a:sym typeface="Cartograph Mono"/>
              </a:rPr>
              <a:t>Energy Consumption</a:t>
            </a:r>
          </a:p>
          <a:p>
            <a:pPr algn="l" marL="1036320" indent="-345440" lvl="2">
              <a:lnSpc>
                <a:spcPts val="3600"/>
              </a:lnSpc>
              <a:buFont typeface="Arial"/>
              <a:buChar char="⚬"/>
            </a:pPr>
            <a:r>
              <a:rPr lang="en-US" sz="2400">
                <a:solidFill>
                  <a:srgbClr val="000000"/>
                </a:solidFill>
                <a:latin typeface="Cartograph Mono"/>
                <a:ea typeface="Cartograph Mono"/>
                <a:cs typeface="Cartograph Mono"/>
                <a:sym typeface="Cartograph Mono"/>
              </a:rPr>
              <a:t>Migration Time</a:t>
            </a:r>
          </a:p>
        </p:txBody>
      </p:sp>
      <p:sp>
        <p:nvSpPr>
          <p:cNvPr name="TextBox 28" id="28"/>
          <p:cNvSpPr txBox="true"/>
          <p:nvPr/>
        </p:nvSpPr>
        <p:spPr>
          <a:xfrm rot="0">
            <a:off x="10385897" y="6844560"/>
            <a:ext cx="6160496" cy="2270760"/>
          </a:xfrm>
          <a:prstGeom prst="rect">
            <a:avLst/>
          </a:prstGeom>
        </p:spPr>
        <p:txBody>
          <a:bodyPr anchor="t" rtlCol="false" tIns="0" lIns="0" bIns="0" rIns="0">
            <a:spAutoFit/>
          </a:bodyPr>
          <a:lstStyle/>
          <a:p>
            <a:pPr algn="l">
              <a:lnSpc>
                <a:spcPts val="3600"/>
              </a:lnSpc>
            </a:pPr>
            <a:r>
              <a:rPr lang="en-US" sz="2400">
                <a:solidFill>
                  <a:srgbClr val="000000"/>
                </a:solidFill>
                <a:latin typeface="Cartograph Mono"/>
                <a:ea typeface="Cartograph Mono"/>
                <a:cs typeface="Cartograph Mono"/>
                <a:sym typeface="Cartograph Mono"/>
              </a:rPr>
              <a:t>Uses NumPy and Pandas to generate a dataset of 15 containers spread across 3 virtual machines.</a:t>
            </a:r>
          </a:p>
          <a:p>
            <a:pPr algn="l" marL="0" indent="0" lvl="0">
              <a:lnSpc>
                <a:spcPts val="3600"/>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6F2F2"/>
        </a:solidFill>
      </p:bgPr>
    </p:bg>
    <p:spTree>
      <p:nvGrpSpPr>
        <p:cNvPr id="1" name=""/>
        <p:cNvGrpSpPr/>
        <p:nvPr/>
      </p:nvGrpSpPr>
      <p:grpSpPr>
        <a:xfrm>
          <a:off x="0" y="0"/>
          <a:ext cx="0" cy="0"/>
          <a:chOff x="0" y="0"/>
          <a:chExt cx="0" cy="0"/>
        </a:xfrm>
      </p:grpSpPr>
      <p:grpSp>
        <p:nvGrpSpPr>
          <p:cNvPr name="Group 2" id="2"/>
          <p:cNvGrpSpPr/>
          <p:nvPr/>
        </p:nvGrpSpPr>
        <p:grpSpPr>
          <a:xfrm rot="0">
            <a:off x="666750" y="1472354"/>
            <a:ext cx="16954500" cy="8147896"/>
            <a:chOff x="0" y="0"/>
            <a:chExt cx="32818334" cy="15771645"/>
          </a:xfrm>
        </p:grpSpPr>
        <p:sp>
          <p:nvSpPr>
            <p:cNvPr name="Freeform 3" id="3"/>
            <p:cNvSpPr/>
            <p:nvPr/>
          </p:nvSpPr>
          <p:spPr>
            <a:xfrm flipH="false" flipV="false" rot="0">
              <a:off x="0" y="0"/>
              <a:ext cx="32818335" cy="15771645"/>
            </a:xfrm>
            <a:custGeom>
              <a:avLst/>
              <a:gdLst/>
              <a:ahLst/>
              <a:cxnLst/>
              <a:rect r="r" b="b" t="t" l="l"/>
              <a:pathLst>
                <a:path h="15771645" w="32818335">
                  <a:moveTo>
                    <a:pt x="0" y="0"/>
                  </a:moveTo>
                  <a:lnTo>
                    <a:pt x="0" y="15771645"/>
                  </a:lnTo>
                  <a:lnTo>
                    <a:pt x="32818335" y="15771645"/>
                  </a:lnTo>
                  <a:lnTo>
                    <a:pt x="32818335" y="0"/>
                  </a:lnTo>
                  <a:lnTo>
                    <a:pt x="0" y="0"/>
                  </a:lnTo>
                  <a:close/>
                  <a:moveTo>
                    <a:pt x="32757374" y="15710684"/>
                  </a:moveTo>
                  <a:lnTo>
                    <a:pt x="59690" y="15710684"/>
                  </a:lnTo>
                  <a:lnTo>
                    <a:pt x="59690" y="59690"/>
                  </a:lnTo>
                  <a:lnTo>
                    <a:pt x="32757374" y="59690"/>
                  </a:lnTo>
                  <a:lnTo>
                    <a:pt x="32757374" y="15710684"/>
                  </a:lnTo>
                  <a:close/>
                </a:path>
              </a:pathLst>
            </a:custGeom>
            <a:solidFill>
              <a:srgbClr val="000000"/>
            </a:solidFill>
          </p:spPr>
        </p:sp>
      </p:grpSp>
      <p:grpSp>
        <p:nvGrpSpPr>
          <p:cNvPr name="Group 4" id="4"/>
          <p:cNvGrpSpPr/>
          <p:nvPr/>
        </p:nvGrpSpPr>
        <p:grpSpPr>
          <a:xfrm rot="0">
            <a:off x="666750" y="666750"/>
            <a:ext cx="16954500" cy="866314"/>
            <a:chOff x="0" y="0"/>
            <a:chExt cx="90918020" cy="4645584"/>
          </a:xfrm>
        </p:grpSpPr>
        <p:sp>
          <p:nvSpPr>
            <p:cNvPr name="Freeform 5" id="5"/>
            <p:cNvSpPr/>
            <p:nvPr/>
          </p:nvSpPr>
          <p:spPr>
            <a:xfrm flipH="false" flipV="false" rot="0">
              <a:off x="72390" y="72390"/>
              <a:ext cx="90773240" cy="4500805"/>
            </a:xfrm>
            <a:custGeom>
              <a:avLst/>
              <a:gdLst/>
              <a:ahLst/>
              <a:cxnLst/>
              <a:rect r="r" b="b" t="t" l="l"/>
              <a:pathLst>
                <a:path h="4500805" w="90773240">
                  <a:moveTo>
                    <a:pt x="0" y="0"/>
                  </a:moveTo>
                  <a:lnTo>
                    <a:pt x="90773240" y="0"/>
                  </a:lnTo>
                  <a:lnTo>
                    <a:pt x="90773240" y="4500805"/>
                  </a:lnTo>
                  <a:lnTo>
                    <a:pt x="0" y="4500805"/>
                  </a:lnTo>
                  <a:lnTo>
                    <a:pt x="0" y="0"/>
                  </a:lnTo>
                  <a:close/>
                </a:path>
              </a:pathLst>
            </a:custGeom>
            <a:solidFill>
              <a:srgbClr val="9DCED8"/>
            </a:solidFill>
          </p:spPr>
        </p:sp>
        <p:sp>
          <p:nvSpPr>
            <p:cNvPr name="Freeform 6" id="6"/>
            <p:cNvSpPr/>
            <p:nvPr/>
          </p:nvSpPr>
          <p:spPr>
            <a:xfrm flipH="false" flipV="false" rot="0">
              <a:off x="0" y="0"/>
              <a:ext cx="90918023" cy="4645584"/>
            </a:xfrm>
            <a:custGeom>
              <a:avLst/>
              <a:gdLst/>
              <a:ahLst/>
              <a:cxnLst/>
              <a:rect r="r" b="b" t="t" l="l"/>
              <a:pathLst>
                <a:path h="4645584" w="90918023">
                  <a:moveTo>
                    <a:pt x="90773238" y="4500804"/>
                  </a:moveTo>
                  <a:lnTo>
                    <a:pt x="90918023" y="4500804"/>
                  </a:lnTo>
                  <a:lnTo>
                    <a:pt x="90918023" y="4645584"/>
                  </a:lnTo>
                  <a:lnTo>
                    <a:pt x="90773238" y="4645584"/>
                  </a:lnTo>
                  <a:lnTo>
                    <a:pt x="90773238" y="4500804"/>
                  </a:lnTo>
                  <a:close/>
                  <a:moveTo>
                    <a:pt x="0" y="144780"/>
                  </a:moveTo>
                  <a:lnTo>
                    <a:pt x="144780" y="144780"/>
                  </a:lnTo>
                  <a:lnTo>
                    <a:pt x="144780" y="4500804"/>
                  </a:lnTo>
                  <a:lnTo>
                    <a:pt x="0" y="4500804"/>
                  </a:lnTo>
                  <a:lnTo>
                    <a:pt x="0" y="144780"/>
                  </a:lnTo>
                  <a:close/>
                  <a:moveTo>
                    <a:pt x="0" y="4500804"/>
                  </a:moveTo>
                  <a:lnTo>
                    <a:pt x="144780" y="4500804"/>
                  </a:lnTo>
                  <a:lnTo>
                    <a:pt x="144780" y="4645584"/>
                  </a:lnTo>
                  <a:lnTo>
                    <a:pt x="0" y="4645584"/>
                  </a:lnTo>
                  <a:lnTo>
                    <a:pt x="0" y="4500804"/>
                  </a:lnTo>
                  <a:close/>
                  <a:moveTo>
                    <a:pt x="90773238" y="144780"/>
                  </a:moveTo>
                  <a:lnTo>
                    <a:pt x="90918023" y="144780"/>
                  </a:lnTo>
                  <a:lnTo>
                    <a:pt x="90918023" y="4500804"/>
                  </a:lnTo>
                  <a:lnTo>
                    <a:pt x="90773238" y="4500804"/>
                  </a:lnTo>
                  <a:lnTo>
                    <a:pt x="90773238" y="144780"/>
                  </a:lnTo>
                  <a:close/>
                  <a:moveTo>
                    <a:pt x="144780" y="4500804"/>
                  </a:moveTo>
                  <a:lnTo>
                    <a:pt x="90773238" y="4500804"/>
                  </a:lnTo>
                  <a:lnTo>
                    <a:pt x="90773238" y="4645584"/>
                  </a:lnTo>
                  <a:lnTo>
                    <a:pt x="144780" y="4645584"/>
                  </a:lnTo>
                  <a:lnTo>
                    <a:pt x="144780" y="4500804"/>
                  </a:lnTo>
                  <a:close/>
                  <a:moveTo>
                    <a:pt x="90773238" y="0"/>
                  </a:moveTo>
                  <a:lnTo>
                    <a:pt x="90918023" y="0"/>
                  </a:lnTo>
                  <a:lnTo>
                    <a:pt x="90918023" y="144780"/>
                  </a:lnTo>
                  <a:lnTo>
                    <a:pt x="90773238" y="144780"/>
                  </a:lnTo>
                  <a:lnTo>
                    <a:pt x="90773238" y="0"/>
                  </a:lnTo>
                  <a:close/>
                  <a:moveTo>
                    <a:pt x="0" y="0"/>
                  </a:moveTo>
                  <a:lnTo>
                    <a:pt x="144780" y="0"/>
                  </a:lnTo>
                  <a:lnTo>
                    <a:pt x="144780" y="144780"/>
                  </a:lnTo>
                  <a:lnTo>
                    <a:pt x="0" y="144780"/>
                  </a:lnTo>
                  <a:lnTo>
                    <a:pt x="0" y="0"/>
                  </a:lnTo>
                  <a:close/>
                  <a:moveTo>
                    <a:pt x="144780" y="0"/>
                  </a:moveTo>
                  <a:lnTo>
                    <a:pt x="90773238" y="0"/>
                  </a:lnTo>
                  <a:lnTo>
                    <a:pt x="90773238" y="144780"/>
                  </a:lnTo>
                  <a:lnTo>
                    <a:pt x="144780" y="144780"/>
                  </a:lnTo>
                  <a:lnTo>
                    <a:pt x="144780" y="0"/>
                  </a:lnTo>
                  <a:close/>
                </a:path>
              </a:pathLst>
            </a:custGeom>
            <a:solidFill>
              <a:srgbClr val="000000"/>
            </a:solidFill>
          </p:spPr>
        </p:sp>
      </p:grpSp>
      <p:grpSp>
        <p:nvGrpSpPr>
          <p:cNvPr name="Group 7" id="7"/>
          <p:cNvGrpSpPr>
            <a:grpSpLocks noChangeAspect="true"/>
          </p:cNvGrpSpPr>
          <p:nvPr/>
        </p:nvGrpSpPr>
        <p:grpSpPr>
          <a:xfrm rot="0">
            <a:off x="1219200" y="959306"/>
            <a:ext cx="281202" cy="281202"/>
            <a:chOff x="0" y="0"/>
            <a:chExt cx="495300" cy="495300"/>
          </a:xfrm>
        </p:grpSpPr>
        <p:sp>
          <p:nvSpPr>
            <p:cNvPr name="Freeform 8" id="8"/>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9" id="9"/>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4B9B7"/>
            </a:solidFill>
          </p:spPr>
        </p:sp>
      </p:grpSp>
      <p:grpSp>
        <p:nvGrpSpPr>
          <p:cNvPr name="Group 10" id="10"/>
          <p:cNvGrpSpPr>
            <a:grpSpLocks noChangeAspect="true"/>
          </p:cNvGrpSpPr>
          <p:nvPr/>
        </p:nvGrpSpPr>
        <p:grpSpPr>
          <a:xfrm rot="0">
            <a:off x="1742282" y="959306"/>
            <a:ext cx="281202" cy="281202"/>
            <a:chOff x="0" y="0"/>
            <a:chExt cx="495300" cy="495300"/>
          </a:xfrm>
        </p:grpSpPr>
        <p:sp>
          <p:nvSpPr>
            <p:cNvPr name="Freeform 11" id="11"/>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2" id="12"/>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AD486"/>
            </a:solidFill>
          </p:spPr>
        </p:sp>
      </p:grpSp>
      <p:grpSp>
        <p:nvGrpSpPr>
          <p:cNvPr name="Group 13" id="13"/>
          <p:cNvGrpSpPr>
            <a:grpSpLocks noChangeAspect="true"/>
          </p:cNvGrpSpPr>
          <p:nvPr/>
        </p:nvGrpSpPr>
        <p:grpSpPr>
          <a:xfrm rot="0">
            <a:off x="2265364" y="959306"/>
            <a:ext cx="281202" cy="281202"/>
            <a:chOff x="0" y="0"/>
            <a:chExt cx="495300" cy="495300"/>
          </a:xfrm>
        </p:grpSpPr>
        <p:sp>
          <p:nvSpPr>
            <p:cNvPr name="Freeform 14" id="14"/>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5" id="15"/>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CAE4BA"/>
            </a:solidFill>
          </p:spPr>
        </p:sp>
      </p:grpSp>
      <p:sp>
        <p:nvSpPr>
          <p:cNvPr name="Freeform 16" id="16"/>
          <p:cNvSpPr/>
          <p:nvPr/>
        </p:nvSpPr>
        <p:spPr>
          <a:xfrm flipH="false" flipV="false" rot="0">
            <a:off x="16759710" y="945362"/>
            <a:ext cx="309090" cy="309090"/>
          </a:xfrm>
          <a:custGeom>
            <a:avLst/>
            <a:gdLst/>
            <a:ahLst/>
            <a:cxnLst/>
            <a:rect r="r" b="b" t="t" l="l"/>
            <a:pathLst>
              <a:path h="309090" w="309090">
                <a:moveTo>
                  <a:pt x="0" y="0"/>
                </a:moveTo>
                <a:lnTo>
                  <a:pt x="309090" y="0"/>
                </a:lnTo>
                <a:lnTo>
                  <a:pt x="309090" y="309090"/>
                </a:lnTo>
                <a:lnTo>
                  <a:pt x="0" y="3090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7" id="17"/>
          <p:cNvGrpSpPr/>
          <p:nvPr/>
        </p:nvGrpSpPr>
        <p:grpSpPr>
          <a:xfrm rot="0">
            <a:off x="5440655" y="2163946"/>
            <a:ext cx="408653" cy="3191856"/>
            <a:chOff x="0" y="0"/>
            <a:chExt cx="2070053" cy="16168516"/>
          </a:xfrm>
        </p:grpSpPr>
        <p:sp>
          <p:nvSpPr>
            <p:cNvPr name="Freeform 18" id="18"/>
            <p:cNvSpPr/>
            <p:nvPr/>
          </p:nvSpPr>
          <p:spPr>
            <a:xfrm flipH="false" flipV="false" rot="0">
              <a:off x="72390" y="72390"/>
              <a:ext cx="1925274" cy="16023736"/>
            </a:xfrm>
            <a:custGeom>
              <a:avLst/>
              <a:gdLst/>
              <a:ahLst/>
              <a:cxnLst/>
              <a:rect r="r" b="b" t="t" l="l"/>
              <a:pathLst>
                <a:path h="16023736" w="1925274">
                  <a:moveTo>
                    <a:pt x="0" y="0"/>
                  </a:moveTo>
                  <a:lnTo>
                    <a:pt x="1925274" y="0"/>
                  </a:lnTo>
                  <a:lnTo>
                    <a:pt x="1925274" y="16023736"/>
                  </a:lnTo>
                  <a:lnTo>
                    <a:pt x="0" y="16023736"/>
                  </a:lnTo>
                  <a:lnTo>
                    <a:pt x="0" y="0"/>
                  </a:lnTo>
                  <a:close/>
                </a:path>
              </a:pathLst>
            </a:custGeom>
            <a:solidFill>
              <a:srgbClr val="EAD486"/>
            </a:solidFill>
          </p:spPr>
        </p:sp>
        <p:sp>
          <p:nvSpPr>
            <p:cNvPr name="Freeform 19" id="19"/>
            <p:cNvSpPr/>
            <p:nvPr/>
          </p:nvSpPr>
          <p:spPr>
            <a:xfrm flipH="false" flipV="false" rot="0">
              <a:off x="0" y="0"/>
              <a:ext cx="2070053" cy="16168517"/>
            </a:xfrm>
            <a:custGeom>
              <a:avLst/>
              <a:gdLst/>
              <a:ahLst/>
              <a:cxnLst/>
              <a:rect r="r" b="b" t="t" l="l"/>
              <a:pathLst>
                <a:path h="16168517" w="2070053">
                  <a:moveTo>
                    <a:pt x="1925273" y="16023737"/>
                  </a:moveTo>
                  <a:lnTo>
                    <a:pt x="2070053" y="16023737"/>
                  </a:lnTo>
                  <a:lnTo>
                    <a:pt x="2070053" y="16168517"/>
                  </a:lnTo>
                  <a:lnTo>
                    <a:pt x="1925273" y="16168517"/>
                  </a:lnTo>
                  <a:lnTo>
                    <a:pt x="1925273" y="16023737"/>
                  </a:lnTo>
                  <a:close/>
                  <a:moveTo>
                    <a:pt x="0" y="144780"/>
                  </a:moveTo>
                  <a:lnTo>
                    <a:pt x="144780" y="144780"/>
                  </a:lnTo>
                  <a:lnTo>
                    <a:pt x="144780" y="16023737"/>
                  </a:lnTo>
                  <a:lnTo>
                    <a:pt x="0" y="16023737"/>
                  </a:lnTo>
                  <a:lnTo>
                    <a:pt x="0" y="144780"/>
                  </a:lnTo>
                  <a:close/>
                  <a:moveTo>
                    <a:pt x="0" y="16023737"/>
                  </a:moveTo>
                  <a:lnTo>
                    <a:pt x="144780" y="16023737"/>
                  </a:lnTo>
                  <a:lnTo>
                    <a:pt x="144780" y="16168517"/>
                  </a:lnTo>
                  <a:lnTo>
                    <a:pt x="0" y="16168517"/>
                  </a:lnTo>
                  <a:lnTo>
                    <a:pt x="0" y="16023737"/>
                  </a:lnTo>
                  <a:close/>
                  <a:moveTo>
                    <a:pt x="1925273" y="144780"/>
                  </a:moveTo>
                  <a:lnTo>
                    <a:pt x="2070053" y="144780"/>
                  </a:lnTo>
                  <a:lnTo>
                    <a:pt x="2070053" y="16023737"/>
                  </a:lnTo>
                  <a:lnTo>
                    <a:pt x="1925273" y="16023737"/>
                  </a:lnTo>
                  <a:lnTo>
                    <a:pt x="1925273" y="144780"/>
                  </a:lnTo>
                  <a:close/>
                  <a:moveTo>
                    <a:pt x="144780" y="16023737"/>
                  </a:moveTo>
                  <a:lnTo>
                    <a:pt x="1925273" y="16023737"/>
                  </a:lnTo>
                  <a:lnTo>
                    <a:pt x="1925273" y="16168517"/>
                  </a:lnTo>
                  <a:lnTo>
                    <a:pt x="144780" y="16168517"/>
                  </a:lnTo>
                  <a:lnTo>
                    <a:pt x="144780" y="16023737"/>
                  </a:lnTo>
                  <a:close/>
                  <a:moveTo>
                    <a:pt x="1925273" y="0"/>
                  </a:moveTo>
                  <a:lnTo>
                    <a:pt x="2070053" y="0"/>
                  </a:lnTo>
                  <a:lnTo>
                    <a:pt x="2070053" y="144780"/>
                  </a:lnTo>
                  <a:lnTo>
                    <a:pt x="1925273" y="144780"/>
                  </a:lnTo>
                  <a:lnTo>
                    <a:pt x="1925273" y="0"/>
                  </a:lnTo>
                  <a:close/>
                  <a:moveTo>
                    <a:pt x="0" y="0"/>
                  </a:moveTo>
                  <a:lnTo>
                    <a:pt x="144780" y="0"/>
                  </a:lnTo>
                  <a:lnTo>
                    <a:pt x="144780" y="144780"/>
                  </a:lnTo>
                  <a:lnTo>
                    <a:pt x="0" y="144780"/>
                  </a:lnTo>
                  <a:lnTo>
                    <a:pt x="0" y="0"/>
                  </a:lnTo>
                  <a:close/>
                  <a:moveTo>
                    <a:pt x="144780" y="0"/>
                  </a:moveTo>
                  <a:lnTo>
                    <a:pt x="1925273" y="0"/>
                  </a:lnTo>
                  <a:lnTo>
                    <a:pt x="1925273" y="144780"/>
                  </a:lnTo>
                  <a:lnTo>
                    <a:pt x="144780" y="144780"/>
                  </a:lnTo>
                  <a:lnTo>
                    <a:pt x="144780" y="0"/>
                  </a:lnTo>
                  <a:close/>
                </a:path>
              </a:pathLst>
            </a:custGeom>
            <a:solidFill>
              <a:srgbClr val="000000"/>
            </a:solidFill>
          </p:spPr>
        </p:sp>
      </p:grpSp>
      <p:grpSp>
        <p:nvGrpSpPr>
          <p:cNvPr name="Group 20" id="20"/>
          <p:cNvGrpSpPr/>
          <p:nvPr/>
        </p:nvGrpSpPr>
        <p:grpSpPr>
          <a:xfrm rot="0">
            <a:off x="1028700" y="2354446"/>
            <a:ext cx="4436442" cy="3001356"/>
            <a:chOff x="0" y="0"/>
            <a:chExt cx="22473035" cy="15203528"/>
          </a:xfrm>
        </p:grpSpPr>
        <p:sp>
          <p:nvSpPr>
            <p:cNvPr name="Freeform 21" id="21"/>
            <p:cNvSpPr/>
            <p:nvPr/>
          </p:nvSpPr>
          <p:spPr>
            <a:xfrm flipH="false" flipV="false" rot="0">
              <a:off x="72390" y="72390"/>
              <a:ext cx="22328255" cy="15058748"/>
            </a:xfrm>
            <a:custGeom>
              <a:avLst/>
              <a:gdLst/>
              <a:ahLst/>
              <a:cxnLst/>
              <a:rect r="r" b="b" t="t" l="l"/>
              <a:pathLst>
                <a:path h="15058748" w="22328255">
                  <a:moveTo>
                    <a:pt x="0" y="0"/>
                  </a:moveTo>
                  <a:lnTo>
                    <a:pt x="22328255" y="0"/>
                  </a:lnTo>
                  <a:lnTo>
                    <a:pt x="22328255" y="15058748"/>
                  </a:lnTo>
                  <a:lnTo>
                    <a:pt x="0" y="15058748"/>
                  </a:lnTo>
                  <a:lnTo>
                    <a:pt x="0" y="0"/>
                  </a:lnTo>
                  <a:close/>
                </a:path>
              </a:pathLst>
            </a:custGeom>
            <a:solidFill>
              <a:srgbClr val="FFFFFF"/>
            </a:solidFill>
          </p:spPr>
        </p:sp>
        <p:sp>
          <p:nvSpPr>
            <p:cNvPr name="Freeform 22" id="22"/>
            <p:cNvSpPr/>
            <p:nvPr/>
          </p:nvSpPr>
          <p:spPr>
            <a:xfrm flipH="false" flipV="false" rot="0">
              <a:off x="0" y="0"/>
              <a:ext cx="22473034" cy="15203528"/>
            </a:xfrm>
            <a:custGeom>
              <a:avLst/>
              <a:gdLst/>
              <a:ahLst/>
              <a:cxnLst/>
              <a:rect r="r" b="b" t="t" l="l"/>
              <a:pathLst>
                <a:path h="15203528" w="22473034">
                  <a:moveTo>
                    <a:pt x="22328254" y="15058749"/>
                  </a:moveTo>
                  <a:lnTo>
                    <a:pt x="22473034" y="15058749"/>
                  </a:lnTo>
                  <a:lnTo>
                    <a:pt x="22473034" y="15203528"/>
                  </a:lnTo>
                  <a:lnTo>
                    <a:pt x="22328254" y="15203528"/>
                  </a:lnTo>
                  <a:lnTo>
                    <a:pt x="22328254" y="15058749"/>
                  </a:lnTo>
                  <a:close/>
                  <a:moveTo>
                    <a:pt x="0" y="144780"/>
                  </a:moveTo>
                  <a:lnTo>
                    <a:pt x="144780" y="144780"/>
                  </a:lnTo>
                  <a:lnTo>
                    <a:pt x="144780" y="15058749"/>
                  </a:lnTo>
                  <a:lnTo>
                    <a:pt x="0" y="15058749"/>
                  </a:lnTo>
                  <a:lnTo>
                    <a:pt x="0" y="144780"/>
                  </a:lnTo>
                  <a:close/>
                  <a:moveTo>
                    <a:pt x="0" y="15058749"/>
                  </a:moveTo>
                  <a:lnTo>
                    <a:pt x="144780" y="15058749"/>
                  </a:lnTo>
                  <a:lnTo>
                    <a:pt x="144780" y="15203528"/>
                  </a:lnTo>
                  <a:lnTo>
                    <a:pt x="0" y="15203528"/>
                  </a:lnTo>
                  <a:lnTo>
                    <a:pt x="0" y="15058749"/>
                  </a:lnTo>
                  <a:close/>
                  <a:moveTo>
                    <a:pt x="22328254" y="144780"/>
                  </a:moveTo>
                  <a:lnTo>
                    <a:pt x="22473034" y="144780"/>
                  </a:lnTo>
                  <a:lnTo>
                    <a:pt x="22473034" y="15058749"/>
                  </a:lnTo>
                  <a:lnTo>
                    <a:pt x="22328254" y="15058749"/>
                  </a:lnTo>
                  <a:lnTo>
                    <a:pt x="22328254" y="144780"/>
                  </a:lnTo>
                  <a:close/>
                  <a:moveTo>
                    <a:pt x="144780" y="15058749"/>
                  </a:moveTo>
                  <a:lnTo>
                    <a:pt x="22328254" y="15058749"/>
                  </a:lnTo>
                  <a:lnTo>
                    <a:pt x="22328254" y="15203528"/>
                  </a:lnTo>
                  <a:lnTo>
                    <a:pt x="144780" y="15203528"/>
                  </a:lnTo>
                  <a:lnTo>
                    <a:pt x="144780" y="15058749"/>
                  </a:lnTo>
                  <a:close/>
                  <a:moveTo>
                    <a:pt x="22328254" y="0"/>
                  </a:moveTo>
                  <a:lnTo>
                    <a:pt x="22473034" y="0"/>
                  </a:lnTo>
                  <a:lnTo>
                    <a:pt x="22473034" y="144780"/>
                  </a:lnTo>
                  <a:lnTo>
                    <a:pt x="22328254" y="144780"/>
                  </a:lnTo>
                  <a:lnTo>
                    <a:pt x="22328254" y="0"/>
                  </a:lnTo>
                  <a:close/>
                  <a:moveTo>
                    <a:pt x="0" y="0"/>
                  </a:moveTo>
                  <a:lnTo>
                    <a:pt x="144780" y="0"/>
                  </a:lnTo>
                  <a:lnTo>
                    <a:pt x="144780" y="144780"/>
                  </a:lnTo>
                  <a:lnTo>
                    <a:pt x="0" y="144780"/>
                  </a:lnTo>
                  <a:lnTo>
                    <a:pt x="0" y="0"/>
                  </a:lnTo>
                  <a:close/>
                  <a:moveTo>
                    <a:pt x="144780" y="0"/>
                  </a:moveTo>
                  <a:lnTo>
                    <a:pt x="22328254" y="0"/>
                  </a:lnTo>
                  <a:lnTo>
                    <a:pt x="22328254" y="144780"/>
                  </a:lnTo>
                  <a:lnTo>
                    <a:pt x="144780" y="144780"/>
                  </a:lnTo>
                  <a:lnTo>
                    <a:pt x="144780" y="0"/>
                  </a:lnTo>
                  <a:close/>
                </a:path>
              </a:pathLst>
            </a:custGeom>
            <a:solidFill>
              <a:srgbClr val="000000"/>
            </a:solidFill>
          </p:spPr>
        </p:sp>
      </p:grpSp>
      <p:grpSp>
        <p:nvGrpSpPr>
          <p:cNvPr name="Group 23" id="23"/>
          <p:cNvGrpSpPr/>
          <p:nvPr/>
        </p:nvGrpSpPr>
        <p:grpSpPr>
          <a:xfrm rot="0">
            <a:off x="1028700" y="1893763"/>
            <a:ext cx="4820608" cy="522382"/>
            <a:chOff x="0" y="0"/>
            <a:chExt cx="24419048" cy="2646154"/>
          </a:xfrm>
        </p:grpSpPr>
        <p:sp>
          <p:nvSpPr>
            <p:cNvPr name="Freeform 24" id="24"/>
            <p:cNvSpPr/>
            <p:nvPr/>
          </p:nvSpPr>
          <p:spPr>
            <a:xfrm flipH="false" flipV="false" rot="0">
              <a:off x="72390" y="72390"/>
              <a:ext cx="24274268" cy="2501374"/>
            </a:xfrm>
            <a:custGeom>
              <a:avLst/>
              <a:gdLst/>
              <a:ahLst/>
              <a:cxnLst/>
              <a:rect r="r" b="b" t="t" l="l"/>
              <a:pathLst>
                <a:path h="2501374" w="24274268">
                  <a:moveTo>
                    <a:pt x="0" y="0"/>
                  </a:moveTo>
                  <a:lnTo>
                    <a:pt x="24274268" y="0"/>
                  </a:lnTo>
                  <a:lnTo>
                    <a:pt x="24274268" y="2501374"/>
                  </a:lnTo>
                  <a:lnTo>
                    <a:pt x="0" y="2501374"/>
                  </a:lnTo>
                  <a:lnTo>
                    <a:pt x="0" y="0"/>
                  </a:lnTo>
                  <a:close/>
                </a:path>
              </a:pathLst>
            </a:custGeom>
            <a:solidFill>
              <a:srgbClr val="FFEBE3"/>
            </a:solidFill>
          </p:spPr>
        </p:sp>
        <p:sp>
          <p:nvSpPr>
            <p:cNvPr name="Freeform 25" id="25"/>
            <p:cNvSpPr/>
            <p:nvPr/>
          </p:nvSpPr>
          <p:spPr>
            <a:xfrm flipH="false" flipV="false" rot="0">
              <a:off x="0" y="0"/>
              <a:ext cx="24419047" cy="2646154"/>
            </a:xfrm>
            <a:custGeom>
              <a:avLst/>
              <a:gdLst/>
              <a:ahLst/>
              <a:cxnLst/>
              <a:rect r="r" b="b" t="t" l="l"/>
              <a:pathLst>
                <a:path h="2646154" w="24419047">
                  <a:moveTo>
                    <a:pt x="24274267" y="2501374"/>
                  </a:moveTo>
                  <a:lnTo>
                    <a:pt x="24419047" y="2501374"/>
                  </a:lnTo>
                  <a:lnTo>
                    <a:pt x="24419047" y="2646154"/>
                  </a:lnTo>
                  <a:lnTo>
                    <a:pt x="24274267" y="2646154"/>
                  </a:lnTo>
                  <a:lnTo>
                    <a:pt x="24274267" y="2501374"/>
                  </a:lnTo>
                  <a:close/>
                  <a:moveTo>
                    <a:pt x="0" y="144780"/>
                  </a:moveTo>
                  <a:lnTo>
                    <a:pt x="144780" y="144780"/>
                  </a:lnTo>
                  <a:lnTo>
                    <a:pt x="144780" y="2501374"/>
                  </a:lnTo>
                  <a:lnTo>
                    <a:pt x="0" y="2501374"/>
                  </a:lnTo>
                  <a:lnTo>
                    <a:pt x="0" y="144780"/>
                  </a:lnTo>
                  <a:close/>
                  <a:moveTo>
                    <a:pt x="0" y="2501374"/>
                  </a:moveTo>
                  <a:lnTo>
                    <a:pt x="144780" y="2501374"/>
                  </a:lnTo>
                  <a:lnTo>
                    <a:pt x="144780" y="2646154"/>
                  </a:lnTo>
                  <a:lnTo>
                    <a:pt x="0" y="2646154"/>
                  </a:lnTo>
                  <a:lnTo>
                    <a:pt x="0" y="2501374"/>
                  </a:lnTo>
                  <a:close/>
                  <a:moveTo>
                    <a:pt x="24274267" y="144780"/>
                  </a:moveTo>
                  <a:lnTo>
                    <a:pt x="24419047" y="144780"/>
                  </a:lnTo>
                  <a:lnTo>
                    <a:pt x="24419047" y="2501374"/>
                  </a:lnTo>
                  <a:lnTo>
                    <a:pt x="24274267" y="2501374"/>
                  </a:lnTo>
                  <a:lnTo>
                    <a:pt x="24274267" y="144780"/>
                  </a:lnTo>
                  <a:close/>
                  <a:moveTo>
                    <a:pt x="144780" y="2501374"/>
                  </a:moveTo>
                  <a:lnTo>
                    <a:pt x="24274267" y="2501374"/>
                  </a:lnTo>
                  <a:lnTo>
                    <a:pt x="24274267" y="2646154"/>
                  </a:lnTo>
                  <a:lnTo>
                    <a:pt x="144780" y="2646154"/>
                  </a:lnTo>
                  <a:lnTo>
                    <a:pt x="144780" y="2501374"/>
                  </a:lnTo>
                  <a:close/>
                  <a:moveTo>
                    <a:pt x="24274267" y="0"/>
                  </a:moveTo>
                  <a:lnTo>
                    <a:pt x="24419047" y="0"/>
                  </a:lnTo>
                  <a:lnTo>
                    <a:pt x="24419047" y="144780"/>
                  </a:lnTo>
                  <a:lnTo>
                    <a:pt x="24274267" y="144780"/>
                  </a:lnTo>
                  <a:lnTo>
                    <a:pt x="24274267" y="0"/>
                  </a:lnTo>
                  <a:close/>
                  <a:moveTo>
                    <a:pt x="0" y="0"/>
                  </a:moveTo>
                  <a:lnTo>
                    <a:pt x="144780" y="0"/>
                  </a:lnTo>
                  <a:lnTo>
                    <a:pt x="144780" y="144780"/>
                  </a:lnTo>
                  <a:lnTo>
                    <a:pt x="0" y="144780"/>
                  </a:lnTo>
                  <a:lnTo>
                    <a:pt x="0" y="0"/>
                  </a:lnTo>
                  <a:close/>
                  <a:moveTo>
                    <a:pt x="144780" y="0"/>
                  </a:moveTo>
                  <a:lnTo>
                    <a:pt x="24274267" y="0"/>
                  </a:lnTo>
                  <a:lnTo>
                    <a:pt x="24274267" y="144780"/>
                  </a:lnTo>
                  <a:lnTo>
                    <a:pt x="144780" y="144780"/>
                  </a:lnTo>
                  <a:lnTo>
                    <a:pt x="144780" y="0"/>
                  </a:lnTo>
                  <a:close/>
                </a:path>
              </a:pathLst>
            </a:custGeom>
            <a:solidFill>
              <a:srgbClr val="000000"/>
            </a:solidFill>
          </p:spPr>
        </p:sp>
      </p:grpSp>
      <p:sp>
        <p:nvSpPr>
          <p:cNvPr name="Freeform 26" id="26"/>
          <p:cNvSpPr/>
          <p:nvPr/>
        </p:nvSpPr>
        <p:spPr>
          <a:xfrm flipH="false" flipV="false" rot="0">
            <a:off x="5465142" y="2032788"/>
            <a:ext cx="244332" cy="244332"/>
          </a:xfrm>
          <a:custGeom>
            <a:avLst/>
            <a:gdLst/>
            <a:ahLst/>
            <a:cxnLst/>
            <a:rect r="r" b="b" t="t" l="l"/>
            <a:pathLst>
              <a:path h="244332" w="244332">
                <a:moveTo>
                  <a:pt x="0" y="0"/>
                </a:moveTo>
                <a:lnTo>
                  <a:pt x="244332" y="0"/>
                </a:lnTo>
                <a:lnTo>
                  <a:pt x="244332" y="244332"/>
                </a:lnTo>
                <a:lnTo>
                  <a:pt x="0" y="2443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7" id="27"/>
          <p:cNvGrpSpPr/>
          <p:nvPr/>
        </p:nvGrpSpPr>
        <p:grpSpPr>
          <a:xfrm rot="0">
            <a:off x="10774655" y="2163946"/>
            <a:ext cx="408653" cy="3191856"/>
            <a:chOff x="0" y="0"/>
            <a:chExt cx="2070053" cy="16168516"/>
          </a:xfrm>
        </p:grpSpPr>
        <p:sp>
          <p:nvSpPr>
            <p:cNvPr name="Freeform 28" id="28"/>
            <p:cNvSpPr/>
            <p:nvPr/>
          </p:nvSpPr>
          <p:spPr>
            <a:xfrm flipH="false" flipV="false" rot="0">
              <a:off x="72390" y="72390"/>
              <a:ext cx="1925274" cy="16023736"/>
            </a:xfrm>
            <a:custGeom>
              <a:avLst/>
              <a:gdLst/>
              <a:ahLst/>
              <a:cxnLst/>
              <a:rect r="r" b="b" t="t" l="l"/>
              <a:pathLst>
                <a:path h="16023736" w="1925274">
                  <a:moveTo>
                    <a:pt x="0" y="0"/>
                  </a:moveTo>
                  <a:lnTo>
                    <a:pt x="1925274" y="0"/>
                  </a:lnTo>
                  <a:lnTo>
                    <a:pt x="1925274" y="16023736"/>
                  </a:lnTo>
                  <a:lnTo>
                    <a:pt x="0" y="16023736"/>
                  </a:lnTo>
                  <a:lnTo>
                    <a:pt x="0" y="0"/>
                  </a:lnTo>
                  <a:close/>
                </a:path>
              </a:pathLst>
            </a:custGeom>
            <a:solidFill>
              <a:srgbClr val="EAD486"/>
            </a:solidFill>
          </p:spPr>
        </p:sp>
        <p:sp>
          <p:nvSpPr>
            <p:cNvPr name="Freeform 29" id="29"/>
            <p:cNvSpPr/>
            <p:nvPr/>
          </p:nvSpPr>
          <p:spPr>
            <a:xfrm flipH="false" flipV="false" rot="0">
              <a:off x="0" y="0"/>
              <a:ext cx="2070053" cy="16168517"/>
            </a:xfrm>
            <a:custGeom>
              <a:avLst/>
              <a:gdLst/>
              <a:ahLst/>
              <a:cxnLst/>
              <a:rect r="r" b="b" t="t" l="l"/>
              <a:pathLst>
                <a:path h="16168517" w="2070053">
                  <a:moveTo>
                    <a:pt x="1925273" y="16023737"/>
                  </a:moveTo>
                  <a:lnTo>
                    <a:pt x="2070053" y="16023737"/>
                  </a:lnTo>
                  <a:lnTo>
                    <a:pt x="2070053" y="16168517"/>
                  </a:lnTo>
                  <a:lnTo>
                    <a:pt x="1925273" y="16168517"/>
                  </a:lnTo>
                  <a:lnTo>
                    <a:pt x="1925273" y="16023737"/>
                  </a:lnTo>
                  <a:close/>
                  <a:moveTo>
                    <a:pt x="0" y="144780"/>
                  </a:moveTo>
                  <a:lnTo>
                    <a:pt x="144780" y="144780"/>
                  </a:lnTo>
                  <a:lnTo>
                    <a:pt x="144780" y="16023737"/>
                  </a:lnTo>
                  <a:lnTo>
                    <a:pt x="0" y="16023737"/>
                  </a:lnTo>
                  <a:lnTo>
                    <a:pt x="0" y="144780"/>
                  </a:lnTo>
                  <a:close/>
                  <a:moveTo>
                    <a:pt x="0" y="16023737"/>
                  </a:moveTo>
                  <a:lnTo>
                    <a:pt x="144780" y="16023737"/>
                  </a:lnTo>
                  <a:lnTo>
                    <a:pt x="144780" y="16168517"/>
                  </a:lnTo>
                  <a:lnTo>
                    <a:pt x="0" y="16168517"/>
                  </a:lnTo>
                  <a:lnTo>
                    <a:pt x="0" y="16023737"/>
                  </a:lnTo>
                  <a:close/>
                  <a:moveTo>
                    <a:pt x="1925273" y="144780"/>
                  </a:moveTo>
                  <a:lnTo>
                    <a:pt x="2070053" y="144780"/>
                  </a:lnTo>
                  <a:lnTo>
                    <a:pt x="2070053" y="16023737"/>
                  </a:lnTo>
                  <a:lnTo>
                    <a:pt x="1925273" y="16023737"/>
                  </a:lnTo>
                  <a:lnTo>
                    <a:pt x="1925273" y="144780"/>
                  </a:lnTo>
                  <a:close/>
                  <a:moveTo>
                    <a:pt x="144780" y="16023737"/>
                  </a:moveTo>
                  <a:lnTo>
                    <a:pt x="1925273" y="16023737"/>
                  </a:lnTo>
                  <a:lnTo>
                    <a:pt x="1925273" y="16168517"/>
                  </a:lnTo>
                  <a:lnTo>
                    <a:pt x="144780" y="16168517"/>
                  </a:lnTo>
                  <a:lnTo>
                    <a:pt x="144780" y="16023737"/>
                  </a:lnTo>
                  <a:close/>
                  <a:moveTo>
                    <a:pt x="1925273" y="0"/>
                  </a:moveTo>
                  <a:lnTo>
                    <a:pt x="2070053" y="0"/>
                  </a:lnTo>
                  <a:lnTo>
                    <a:pt x="2070053" y="144780"/>
                  </a:lnTo>
                  <a:lnTo>
                    <a:pt x="1925273" y="144780"/>
                  </a:lnTo>
                  <a:lnTo>
                    <a:pt x="1925273" y="0"/>
                  </a:lnTo>
                  <a:close/>
                  <a:moveTo>
                    <a:pt x="0" y="0"/>
                  </a:moveTo>
                  <a:lnTo>
                    <a:pt x="144780" y="0"/>
                  </a:lnTo>
                  <a:lnTo>
                    <a:pt x="144780" y="144780"/>
                  </a:lnTo>
                  <a:lnTo>
                    <a:pt x="0" y="144780"/>
                  </a:lnTo>
                  <a:lnTo>
                    <a:pt x="0" y="0"/>
                  </a:lnTo>
                  <a:close/>
                  <a:moveTo>
                    <a:pt x="144780" y="0"/>
                  </a:moveTo>
                  <a:lnTo>
                    <a:pt x="1925273" y="0"/>
                  </a:lnTo>
                  <a:lnTo>
                    <a:pt x="1925273" y="144780"/>
                  </a:lnTo>
                  <a:lnTo>
                    <a:pt x="144780" y="144780"/>
                  </a:lnTo>
                  <a:lnTo>
                    <a:pt x="144780" y="0"/>
                  </a:lnTo>
                  <a:close/>
                </a:path>
              </a:pathLst>
            </a:custGeom>
            <a:solidFill>
              <a:srgbClr val="000000"/>
            </a:solidFill>
          </p:spPr>
        </p:sp>
      </p:grpSp>
      <p:grpSp>
        <p:nvGrpSpPr>
          <p:cNvPr name="Group 30" id="30"/>
          <p:cNvGrpSpPr/>
          <p:nvPr/>
        </p:nvGrpSpPr>
        <p:grpSpPr>
          <a:xfrm rot="0">
            <a:off x="6360058" y="2354446"/>
            <a:ext cx="4439084" cy="3001356"/>
            <a:chOff x="0" y="0"/>
            <a:chExt cx="22486420" cy="15203528"/>
          </a:xfrm>
        </p:grpSpPr>
        <p:sp>
          <p:nvSpPr>
            <p:cNvPr name="Freeform 31" id="31"/>
            <p:cNvSpPr/>
            <p:nvPr/>
          </p:nvSpPr>
          <p:spPr>
            <a:xfrm flipH="false" flipV="false" rot="0">
              <a:off x="72390" y="72390"/>
              <a:ext cx="22341640" cy="15058748"/>
            </a:xfrm>
            <a:custGeom>
              <a:avLst/>
              <a:gdLst/>
              <a:ahLst/>
              <a:cxnLst/>
              <a:rect r="r" b="b" t="t" l="l"/>
              <a:pathLst>
                <a:path h="15058748" w="22341640">
                  <a:moveTo>
                    <a:pt x="0" y="0"/>
                  </a:moveTo>
                  <a:lnTo>
                    <a:pt x="22341640" y="0"/>
                  </a:lnTo>
                  <a:lnTo>
                    <a:pt x="22341640" y="15058748"/>
                  </a:lnTo>
                  <a:lnTo>
                    <a:pt x="0" y="15058748"/>
                  </a:lnTo>
                  <a:lnTo>
                    <a:pt x="0" y="0"/>
                  </a:lnTo>
                  <a:close/>
                </a:path>
              </a:pathLst>
            </a:custGeom>
            <a:solidFill>
              <a:srgbClr val="FFFFFF"/>
            </a:solidFill>
          </p:spPr>
        </p:sp>
        <p:sp>
          <p:nvSpPr>
            <p:cNvPr name="Freeform 32" id="32"/>
            <p:cNvSpPr/>
            <p:nvPr/>
          </p:nvSpPr>
          <p:spPr>
            <a:xfrm flipH="false" flipV="false" rot="0">
              <a:off x="0" y="0"/>
              <a:ext cx="22486420" cy="15203528"/>
            </a:xfrm>
            <a:custGeom>
              <a:avLst/>
              <a:gdLst/>
              <a:ahLst/>
              <a:cxnLst/>
              <a:rect r="r" b="b" t="t" l="l"/>
              <a:pathLst>
                <a:path h="15203528" w="22486420">
                  <a:moveTo>
                    <a:pt x="22341639" y="15058749"/>
                  </a:moveTo>
                  <a:lnTo>
                    <a:pt x="22486420" y="15058749"/>
                  </a:lnTo>
                  <a:lnTo>
                    <a:pt x="22486420" y="15203528"/>
                  </a:lnTo>
                  <a:lnTo>
                    <a:pt x="22341639" y="15203528"/>
                  </a:lnTo>
                  <a:lnTo>
                    <a:pt x="22341639" y="15058749"/>
                  </a:lnTo>
                  <a:close/>
                  <a:moveTo>
                    <a:pt x="0" y="144780"/>
                  </a:moveTo>
                  <a:lnTo>
                    <a:pt x="144780" y="144780"/>
                  </a:lnTo>
                  <a:lnTo>
                    <a:pt x="144780" y="15058749"/>
                  </a:lnTo>
                  <a:lnTo>
                    <a:pt x="0" y="15058749"/>
                  </a:lnTo>
                  <a:lnTo>
                    <a:pt x="0" y="144780"/>
                  </a:lnTo>
                  <a:close/>
                  <a:moveTo>
                    <a:pt x="0" y="15058749"/>
                  </a:moveTo>
                  <a:lnTo>
                    <a:pt x="144780" y="15058749"/>
                  </a:lnTo>
                  <a:lnTo>
                    <a:pt x="144780" y="15203528"/>
                  </a:lnTo>
                  <a:lnTo>
                    <a:pt x="0" y="15203528"/>
                  </a:lnTo>
                  <a:lnTo>
                    <a:pt x="0" y="15058749"/>
                  </a:lnTo>
                  <a:close/>
                  <a:moveTo>
                    <a:pt x="22341639" y="144780"/>
                  </a:moveTo>
                  <a:lnTo>
                    <a:pt x="22486420" y="144780"/>
                  </a:lnTo>
                  <a:lnTo>
                    <a:pt x="22486420" y="15058749"/>
                  </a:lnTo>
                  <a:lnTo>
                    <a:pt x="22341639" y="15058749"/>
                  </a:lnTo>
                  <a:lnTo>
                    <a:pt x="22341639" y="144780"/>
                  </a:lnTo>
                  <a:close/>
                  <a:moveTo>
                    <a:pt x="144780" y="15058749"/>
                  </a:moveTo>
                  <a:lnTo>
                    <a:pt x="22341639" y="15058749"/>
                  </a:lnTo>
                  <a:lnTo>
                    <a:pt x="22341639" y="15203528"/>
                  </a:lnTo>
                  <a:lnTo>
                    <a:pt x="144780" y="15203528"/>
                  </a:lnTo>
                  <a:lnTo>
                    <a:pt x="144780" y="15058749"/>
                  </a:lnTo>
                  <a:close/>
                  <a:moveTo>
                    <a:pt x="22341639" y="0"/>
                  </a:moveTo>
                  <a:lnTo>
                    <a:pt x="22486420" y="0"/>
                  </a:lnTo>
                  <a:lnTo>
                    <a:pt x="22486420" y="144780"/>
                  </a:lnTo>
                  <a:lnTo>
                    <a:pt x="22341639" y="144780"/>
                  </a:lnTo>
                  <a:lnTo>
                    <a:pt x="22341639" y="0"/>
                  </a:lnTo>
                  <a:close/>
                  <a:moveTo>
                    <a:pt x="0" y="0"/>
                  </a:moveTo>
                  <a:lnTo>
                    <a:pt x="144780" y="0"/>
                  </a:lnTo>
                  <a:lnTo>
                    <a:pt x="144780" y="144780"/>
                  </a:lnTo>
                  <a:lnTo>
                    <a:pt x="0" y="144780"/>
                  </a:lnTo>
                  <a:lnTo>
                    <a:pt x="0" y="0"/>
                  </a:lnTo>
                  <a:close/>
                  <a:moveTo>
                    <a:pt x="144780" y="0"/>
                  </a:moveTo>
                  <a:lnTo>
                    <a:pt x="22341639" y="0"/>
                  </a:lnTo>
                  <a:lnTo>
                    <a:pt x="22341639" y="144780"/>
                  </a:lnTo>
                  <a:lnTo>
                    <a:pt x="144780" y="144780"/>
                  </a:lnTo>
                  <a:lnTo>
                    <a:pt x="144780" y="0"/>
                  </a:lnTo>
                  <a:close/>
                </a:path>
              </a:pathLst>
            </a:custGeom>
            <a:solidFill>
              <a:srgbClr val="000000"/>
            </a:solidFill>
          </p:spPr>
        </p:sp>
      </p:grpSp>
      <p:grpSp>
        <p:nvGrpSpPr>
          <p:cNvPr name="Group 33" id="33"/>
          <p:cNvGrpSpPr/>
          <p:nvPr/>
        </p:nvGrpSpPr>
        <p:grpSpPr>
          <a:xfrm rot="0">
            <a:off x="6360058" y="1893763"/>
            <a:ext cx="4823250" cy="522382"/>
            <a:chOff x="0" y="0"/>
            <a:chExt cx="24432433" cy="2646154"/>
          </a:xfrm>
        </p:grpSpPr>
        <p:sp>
          <p:nvSpPr>
            <p:cNvPr name="Freeform 34" id="34"/>
            <p:cNvSpPr/>
            <p:nvPr/>
          </p:nvSpPr>
          <p:spPr>
            <a:xfrm flipH="false" flipV="false" rot="0">
              <a:off x="72390" y="72390"/>
              <a:ext cx="24287653" cy="2501374"/>
            </a:xfrm>
            <a:custGeom>
              <a:avLst/>
              <a:gdLst/>
              <a:ahLst/>
              <a:cxnLst/>
              <a:rect r="r" b="b" t="t" l="l"/>
              <a:pathLst>
                <a:path h="2501374" w="24287653">
                  <a:moveTo>
                    <a:pt x="0" y="0"/>
                  </a:moveTo>
                  <a:lnTo>
                    <a:pt x="24287653" y="0"/>
                  </a:lnTo>
                  <a:lnTo>
                    <a:pt x="24287653" y="2501374"/>
                  </a:lnTo>
                  <a:lnTo>
                    <a:pt x="0" y="2501374"/>
                  </a:lnTo>
                  <a:lnTo>
                    <a:pt x="0" y="0"/>
                  </a:lnTo>
                  <a:close/>
                </a:path>
              </a:pathLst>
            </a:custGeom>
            <a:solidFill>
              <a:srgbClr val="FFEBE3"/>
            </a:solidFill>
          </p:spPr>
        </p:sp>
        <p:sp>
          <p:nvSpPr>
            <p:cNvPr name="Freeform 35" id="35"/>
            <p:cNvSpPr/>
            <p:nvPr/>
          </p:nvSpPr>
          <p:spPr>
            <a:xfrm flipH="false" flipV="false" rot="0">
              <a:off x="0" y="0"/>
              <a:ext cx="24432433" cy="2646154"/>
            </a:xfrm>
            <a:custGeom>
              <a:avLst/>
              <a:gdLst/>
              <a:ahLst/>
              <a:cxnLst/>
              <a:rect r="r" b="b" t="t" l="l"/>
              <a:pathLst>
                <a:path h="2646154" w="24432433">
                  <a:moveTo>
                    <a:pt x="24287652" y="2501374"/>
                  </a:moveTo>
                  <a:lnTo>
                    <a:pt x="24432433" y="2501374"/>
                  </a:lnTo>
                  <a:lnTo>
                    <a:pt x="24432433" y="2646154"/>
                  </a:lnTo>
                  <a:lnTo>
                    <a:pt x="24287652" y="2646154"/>
                  </a:lnTo>
                  <a:lnTo>
                    <a:pt x="24287652" y="2501374"/>
                  </a:lnTo>
                  <a:close/>
                  <a:moveTo>
                    <a:pt x="0" y="144780"/>
                  </a:moveTo>
                  <a:lnTo>
                    <a:pt x="144780" y="144780"/>
                  </a:lnTo>
                  <a:lnTo>
                    <a:pt x="144780" y="2501374"/>
                  </a:lnTo>
                  <a:lnTo>
                    <a:pt x="0" y="2501374"/>
                  </a:lnTo>
                  <a:lnTo>
                    <a:pt x="0" y="144780"/>
                  </a:lnTo>
                  <a:close/>
                  <a:moveTo>
                    <a:pt x="0" y="2501374"/>
                  </a:moveTo>
                  <a:lnTo>
                    <a:pt x="144780" y="2501374"/>
                  </a:lnTo>
                  <a:lnTo>
                    <a:pt x="144780" y="2646154"/>
                  </a:lnTo>
                  <a:lnTo>
                    <a:pt x="0" y="2646154"/>
                  </a:lnTo>
                  <a:lnTo>
                    <a:pt x="0" y="2501374"/>
                  </a:lnTo>
                  <a:close/>
                  <a:moveTo>
                    <a:pt x="24287652" y="144780"/>
                  </a:moveTo>
                  <a:lnTo>
                    <a:pt x="24432433" y="144780"/>
                  </a:lnTo>
                  <a:lnTo>
                    <a:pt x="24432433" y="2501374"/>
                  </a:lnTo>
                  <a:lnTo>
                    <a:pt x="24287652" y="2501374"/>
                  </a:lnTo>
                  <a:lnTo>
                    <a:pt x="24287652" y="144780"/>
                  </a:lnTo>
                  <a:close/>
                  <a:moveTo>
                    <a:pt x="144780" y="2501374"/>
                  </a:moveTo>
                  <a:lnTo>
                    <a:pt x="24287652" y="2501374"/>
                  </a:lnTo>
                  <a:lnTo>
                    <a:pt x="24287652" y="2646154"/>
                  </a:lnTo>
                  <a:lnTo>
                    <a:pt x="144780" y="2646154"/>
                  </a:lnTo>
                  <a:lnTo>
                    <a:pt x="144780" y="2501374"/>
                  </a:lnTo>
                  <a:close/>
                  <a:moveTo>
                    <a:pt x="24287652" y="0"/>
                  </a:moveTo>
                  <a:lnTo>
                    <a:pt x="24432433" y="0"/>
                  </a:lnTo>
                  <a:lnTo>
                    <a:pt x="24432433" y="144780"/>
                  </a:lnTo>
                  <a:lnTo>
                    <a:pt x="24287652" y="144780"/>
                  </a:lnTo>
                  <a:lnTo>
                    <a:pt x="24287652" y="0"/>
                  </a:lnTo>
                  <a:close/>
                  <a:moveTo>
                    <a:pt x="0" y="0"/>
                  </a:moveTo>
                  <a:lnTo>
                    <a:pt x="144780" y="0"/>
                  </a:lnTo>
                  <a:lnTo>
                    <a:pt x="144780" y="144780"/>
                  </a:lnTo>
                  <a:lnTo>
                    <a:pt x="0" y="144780"/>
                  </a:lnTo>
                  <a:lnTo>
                    <a:pt x="0" y="0"/>
                  </a:lnTo>
                  <a:close/>
                  <a:moveTo>
                    <a:pt x="144780" y="0"/>
                  </a:moveTo>
                  <a:lnTo>
                    <a:pt x="24287652" y="0"/>
                  </a:lnTo>
                  <a:lnTo>
                    <a:pt x="24287652" y="144780"/>
                  </a:lnTo>
                  <a:lnTo>
                    <a:pt x="144780" y="144780"/>
                  </a:lnTo>
                  <a:lnTo>
                    <a:pt x="144780" y="0"/>
                  </a:lnTo>
                  <a:close/>
                </a:path>
              </a:pathLst>
            </a:custGeom>
            <a:solidFill>
              <a:srgbClr val="000000"/>
            </a:solidFill>
          </p:spPr>
        </p:sp>
      </p:grpSp>
      <p:sp>
        <p:nvSpPr>
          <p:cNvPr name="Freeform 36" id="36"/>
          <p:cNvSpPr/>
          <p:nvPr/>
        </p:nvSpPr>
        <p:spPr>
          <a:xfrm flipH="false" flipV="false" rot="0">
            <a:off x="10799142" y="2032788"/>
            <a:ext cx="244332" cy="244332"/>
          </a:xfrm>
          <a:custGeom>
            <a:avLst/>
            <a:gdLst/>
            <a:ahLst/>
            <a:cxnLst/>
            <a:rect r="r" b="b" t="t" l="l"/>
            <a:pathLst>
              <a:path h="244332" w="244332">
                <a:moveTo>
                  <a:pt x="0" y="0"/>
                </a:moveTo>
                <a:lnTo>
                  <a:pt x="244332" y="0"/>
                </a:lnTo>
                <a:lnTo>
                  <a:pt x="244332" y="244332"/>
                </a:lnTo>
                <a:lnTo>
                  <a:pt x="0" y="2443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7" id="37"/>
          <p:cNvGrpSpPr/>
          <p:nvPr/>
        </p:nvGrpSpPr>
        <p:grpSpPr>
          <a:xfrm rot="0">
            <a:off x="8604087" y="5935286"/>
            <a:ext cx="408653" cy="3191856"/>
            <a:chOff x="0" y="0"/>
            <a:chExt cx="2070053" cy="16168516"/>
          </a:xfrm>
        </p:grpSpPr>
        <p:sp>
          <p:nvSpPr>
            <p:cNvPr name="Freeform 38" id="38"/>
            <p:cNvSpPr/>
            <p:nvPr/>
          </p:nvSpPr>
          <p:spPr>
            <a:xfrm flipH="false" flipV="false" rot="0">
              <a:off x="72390" y="72390"/>
              <a:ext cx="1925274" cy="16023736"/>
            </a:xfrm>
            <a:custGeom>
              <a:avLst/>
              <a:gdLst/>
              <a:ahLst/>
              <a:cxnLst/>
              <a:rect r="r" b="b" t="t" l="l"/>
              <a:pathLst>
                <a:path h="16023736" w="1925274">
                  <a:moveTo>
                    <a:pt x="0" y="0"/>
                  </a:moveTo>
                  <a:lnTo>
                    <a:pt x="1925274" y="0"/>
                  </a:lnTo>
                  <a:lnTo>
                    <a:pt x="1925274" y="16023736"/>
                  </a:lnTo>
                  <a:lnTo>
                    <a:pt x="0" y="16023736"/>
                  </a:lnTo>
                  <a:lnTo>
                    <a:pt x="0" y="0"/>
                  </a:lnTo>
                  <a:close/>
                </a:path>
              </a:pathLst>
            </a:custGeom>
            <a:solidFill>
              <a:srgbClr val="EAD486"/>
            </a:solidFill>
          </p:spPr>
        </p:sp>
        <p:sp>
          <p:nvSpPr>
            <p:cNvPr name="Freeform 39" id="39"/>
            <p:cNvSpPr/>
            <p:nvPr/>
          </p:nvSpPr>
          <p:spPr>
            <a:xfrm flipH="false" flipV="false" rot="0">
              <a:off x="0" y="0"/>
              <a:ext cx="2070053" cy="16168517"/>
            </a:xfrm>
            <a:custGeom>
              <a:avLst/>
              <a:gdLst/>
              <a:ahLst/>
              <a:cxnLst/>
              <a:rect r="r" b="b" t="t" l="l"/>
              <a:pathLst>
                <a:path h="16168517" w="2070053">
                  <a:moveTo>
                    <a:pt x="1925273" y="16023737"/>
                  </a:moveTo>
                  <a:lnTo>
                    <a:pt x="2070053" y="16023737"/>
                  </a:lnTo>
                  <a:lnTo>
                    <a:pt x="2070053" y="16168517"/>
                  </a:lnTo>
                  <a:lnTo>
                    <a:pt x="1925273" y="16168517"/>
                  </a:lnTo>
                  <a:lnTo>
                    <a:pt x="1925273" y="16023737"/>
                  </a:lnTo>
                  <a:close/>
                  <a:moveTo>
                    <a:pt x="0" y="144780"/>
                  </a:moveTo>
                  <a:lnTo>
                    <a:pt x="144780" y="144780"/>
                  </a:lnTo>
                  <a:lnTo>
                    <a:pt x="144780" y="16023737"/>
                  </a:lnTo>
                  <a:lnTo>
                    <a:pt x="0" y="16023737"/>
                  </a:lnTo>
                  <a:lnTo>
                    <a:pt x="0" y="144780"/>
                  </a:lnTo>
                  <a:close/>
                  <a:moveTo>
                    <a:pt x="0" y="16023737"/>
                  </a:moveTo>
                  <a:lnTo>
                    <a:pt x="144780" y="16023737"/>
                  </a:lnTo>
                  <a:lnTo>
                    <a:pt x="144780" y="16168517"/>
                  </a:lnTo>
                  <a:lnTo>
                    <a:pt x="0" y="16168517"/>
                  </a:lnTo>
                  <a:lnTo>
                    <a:pt x="0" y="16023737"/>
                  </a:lnTo>
                  <a:close/>
                  <a:moveTo>
                    <a:pt x="1925273" y="144780"/>
                  </a:moveTo>
                  <a:lnTo>
                    <a:pt x="2070053" y="144780"/>
                  </a:lnTo>
                  <a:lnTo>
                    <a:pt x="2070053" y="16023737"/>
                  </a:lnTo>
                  <a:lnTo>
                    <a:pt x="1925273" y="16023737"/>
                  </a:lnTo>
                  <a:lnTo>
                    <a:pt x="1925273" y="144780"/>
                  </a:lnTo>
                  <a:close/>
                  <a:moveTo>
                    <a:pt x="144780" y="16023737"/>
                  </a:moveTo>
                  <a:lnTo>
                    <a:pt x="1925273" y="16023737"/>
                  </a:lnTo>
                  <a:lnTo>
                    <a:pt x="1925273" y="16168517"/>
                  </a:lnTo>
                  <a:lnTo>
                    <a:pt x="144780" y="16168517"/>
                  </a:lnTo>
                  <a:lnTo>
                    <a:pt x="144780" y="16023737"/>
                  </a:lnTo>
                  <a:close/>
                  <a:moveTo>
                    <a:pt x="1925273" y="0"/>
                  </a:moveTo>
                  <a:lnTo>
                    <a:pt x="2070053" y="0"/>
                  </a:lnTo>
                  <a:lnTo>
                    <a:pt x="2070053" y="144780"/>
                  </a:lnTo>
                  <a:lnTo>
                    <a:pt x="1925273" y="144780"/>
                  </a:lnTo>
                  <a:lnTo>
                    <a:pt x="1925273" y="0"/>
                  </a:lnTo>
                  <a:close/>
                  <a:moveTo>
                    <a:pt x="0" y="0"/>
                  </a:moveTo>
                  <a:lnTo>
                    <a:pt x="144780" y="0"/>
                  </a:lnTo>
                  <a:lnTo>
                    <a:pt x="144780" y="144780"/>
                  </a:lnTo>
                  <a:lnTo>
                    <a:pt x="0" y="144780"/>
                  </a:lnTo>
                  <a:lnTo>
                    <a:pt x="0" y="0"/>
                  </a:lnTo>
                  <a:close/>
                  <a:moveTo>
                    <a:pt x="144780" y="0"/>
                  </a:moveTo>
                  <a:lnTo>
                    <a:pt x="1925273" y="0"/>
                  </a:lnTo>
                  <a:lnTo>
                    <a:pt x="1925273" y="144780"/>
                  </a:lnTo>
                  <a:lnTo>
                    <a:pt x="144780" y="144780"/>
                  </a:lnTo>
                  <a:lnTo>
                    <a:pt x="144780" y="0"/>
                  </a:lnTo>
                  <a:close/>
                </a:path>
              </a:pathLst>
            </a:custGeom>
            <a:solidFill>
              <a:srgbClr val="000000"/>
            </a:solidFill>
          </p:spPr>
        </p:sp>
      </p:grpSp>
      <p:grpSp>
        <p:nvGrpSpPr>
          <p:cNvPr name="Group 40" id="40"/>
          <p:cNvGrpSpPr/>
          <p:nvPr/>
        </p:nvGrpSpPr>
        <p:grpSpPr>
          <a:xfrm rot="0">
            <a:off x="4167645" y="6161694"/>
            <a:ext cx="4436442" cy="3001356"/>
            <a:chOff x="0" y="0"/>
            <a:chExt cx="22473035" cy="15203528"/>
          </a:xfrm>
        </p:grpSpPr>
        <p:sp>
          <p:nvSpPr>
            <p:cNvPr name="Freeform 41" id="41"/>
            <p:cNvSpPr/>
            <p:nvPr/>
          </p:nvSpPr>
          <p:spPr>
            <a:xfrm flipH="false" flipV="false" rot="0">
              <a:off x="72390" y="72390"/>
              <a:ext cx="22328255" cy="15058748"/>
            </a:xfrm>
            <a:custGeom>
              <a:avLst/>
              <a:gdLst/>
              <a:ahLst/>
              <a:cxnLst/>
              <a:rect r="r" b="b" t="t" l="l"/>
              <a:pathLst>
                <a:path h="15058748" w="22328255">
                  <a:moveTo>
                    <a:pt x="0" y="0"/>
                  </a:moveTo>
                  <a:lnTo>
                    <a:pt x="22328255" y="0"/>
                  </a:lnTo>
                  <a:lnTo>
                    <a:pt x="22328255" y="15058748"/>
                  </a:lnTo>
                  <a:lnTo>
                    <a:pt x="0" y="15058748"/>
                  </a:lnTo>
                  <a:lnTo>
                    <a:pt x="0" y="0"/>
                  </a:lnTo>
                  <a:close/>
                </a:path>
              </a:pathLst>
            </a:custGeom>
            <a:solidFill>
              <a:srgbClr val="FFFFFF"/>
            </a:solidFill>
          </p:spPr>
        </p:sp>
        <p:sp>
          <p:nvSpPr>
            <p:cNvPr name="Freeform 42" id="42"/>
            <p:cNvSpPr/>
            <p:nvPr/>
          </p:nvSpPr>
          <p:spPr>
            <a:xfrm flipH="false" flipV="false" rot="0">
              <a:off x="0" y="0"/>
              <a:ext cx="22473034" cy="15203528"/>
            </a:xfrm>
            <a:custGeom>
              <a:avLst/>
              <a:gdLst/>
              <a:ahLst/>
              <a:cxnLst/>
              <a:rect r="r" b="b" t="t" l="l"/>
              <a:pathLst>
                <a:path h="15203528" w="22473034">
                  <a:moveTo>
                    <a:pt x="22328254" y="15058749"/>
                  </a:moveTo>
                  <a:lnTo>
                    <a:pt x="22473034" y="15058749"/>
                  </a:lnTo>
                  <a:lnTo>
                    <a:pt x="22473034" y="15203528"/>
                  </a:lnTo>
                  <a:lnTo>
                    <a:pt x="22328254" y="15203528"/>
                  </a:lnTo>
                  <a:lnTo>
                    <a:pt x="22328254" y="15058749"/>
                  </a:lnTo>
                  <a:close/>
                  <a:moveTo>
                    <a:pt x="0" y="144780"/>
                  </a:moveTo>
                  <a:lnTo>
                    <a:pt x="144780" y="144780"/>
                  </a:lnTo>
                  <a:lnTo>
                    <a:pt x="144780" y="15058749"/>
                  </a:lnTo>
                  <a:lnTo>
                    <a:pt x="0" y="15058749"/>
                  </a:lnTo>
                  <a:lnTo>
                    <a:pt x="0" y="144780"/>
                  </a:lnTo>
                  <a:close/>
                  <a:moveTo>
                    <a:pt x="0" y="15058749"/>
                  </a:moveTo>
                  <a:lnTo>
                    <a:pt x="144780" y="15058749"/>
                  </a:lnTo>
                  <a:lnTo>
                    <a:pt x="144780" y="15203528"/>
                  </a:lnTo>
                  <a:lnTo>
                    <a:pt x="0" y="15203528"/>
                  </a:lnTo>
                  <a:lnTo>
                    <a:pt x="0" y="15058749"/>
                  </a:lnTo>
                  <a:close/>
                  <a:moveTo>
                    <a:pt x="22328254" y="144780"/>
                  </a:moveTo>
                  <a:lnTo>
                    <a:pt x="22473034" y="144780"/>
                  </a:lnTo>
                  <a:lnTo>
                    <a:pt x="22473034" y="15058749"/>
                  </a:lnTo>
                  <a:lnTo>
                    <a:pt x="22328254" y="15058749"/>
                  </a:lnTo>
                  <a:lnTo>
                    <a:pt x="22328254" y="144780"/>
                  </a:lnTo>
                  <a:close/>
                  <a:moveTo>
                    <a:pt x="144780" y="15058749"/>
                  </a:moveTo>
                  <a:lnTo>
                    <a:pt x="22328254" y="15058749"/>
                  </a:lnTo>
                  <a:lnTo>
                    <a:pt x="22328254" y="15203528"/>
                  </a:lnTo>
                  <a:lnTo>
                    <a:pt x="144780" y="15203528"/>
                  </a:lnTo>
                  <a:lnTo>
                    <a:pt x="144780" y="15058749"/>
                  </a:lnTo>
                  <a:close/>
                  <a:moveTo>
                    <a:pt x="22328254" y="0"/>
                  </a:moveTo>
                  <a:lnTo>
                    <a:pt x="22473034" y="0"/>
                  </a:lnTo>
                  <a:lnTo>
                    <a:pt x="22473034" y="144780"/>
                  </a:lnTo>
                  <a:lnTo>
                    <a:pt x="22328254" y="144780"/>
                  </a:lnTo>
                  <a:lnTo>
                    <a:pt x="22328254" y="0"/>
                  </a:lnTo>
                  <a:close/>
                  <a:moveTo>
                    <a:pt x="0" y="0"/>
                  </a:moveTo>
                  <a:lnTo>
                    <a:pt x="144780" y="0"/>
                  </a:lnTo>
                  <a:lnTo>
                    <a:pt x="144780" y="144780"/>
                  </a:lnTo>
                  <a:lnTo>
                    <a:pt x="0" y="144780"/>
                  </a:lnTo>
                  <a:lnTo>
                    <a:pt x="0" y="0"/>
                  </a:lnTo>
                  <a:close/>
                  <a:moveTo>
                    <a:pt x="144780" y="0"/>
                  </a:moveTo>
                  <a:lnTo>
                    <a:pt x="22328254" y="0"/>
                  </a:lnTo>
                  <a:lnTo>
                    <a:pt x="22328254" y="144780"/>
                  </a:lnTo>
                  <a:lnTo>
                    <a:pt x="144780" y="144780"/>
                  </a:lnTo>
                  <a:lnTo>
                    <a:pt x="144780" y="0"/>
                  </a:lnTo>
                  <a:close/>
                </a:path>
              </a:pathLst>
            </a:custGeom>
            <a:solidFill>
              <a:srgbClr val="000000"/>
            </a:solidFill>
          </p:spPr>
        </p:sp>
      </p:grpSp>
      <p:grpSp>
        <p:nvGrpSpPr>
          <p:cNvPr name="Group 43" id="43"/>
          <p:cNvGrpSpPr/>
          <p:nvPr/>
        </p:nvGrpSpPr>
        <p:grpSpPr>
          <a:xfrm rot="0">
            <a:off x="4167645" y="5717752"/>
            <a:ext cx="4820608" cy="522382"/>
            <a:chOff x="0" y="0"/>
            <a:chExt cx="24419048" cy="2646154"/>
          </a:xfrm>
        </p:grpSpPr>
        <p:sp>
          <p:nvSpPr>
            <p:cNvPr name="Freeform 44" id="44"/>
            <p:cNvSpPr/>
            <p:nvPr/>
          </p:nvSpPr>
          <p:spPr>
            <a:xfrm flipH="false" flipV="false" rot="0">
              <a:off x="72390" y="72390"/>
              <a:ext cx="24274268" cy="2501374"/>
            </a:xfrm>
            <a:custGeom>
              <a:avLst/>
              <a:gdLst/>
              <a:ahLst/>
              <a:cxnLst/>
              <a:rect r="r" b="b" t="t" l="l"/>
              <a:pathLst>
                <a:path h="2501374" w="24274268">
                  <a:moveTo>
                    <a:pt x="0" y="0"/>
                  </a:moveTo>
                  <a:lnTo>
                    <a:pt x="24274268" y="0"/>
                  </a:lnTo>
                  <a:lnTo>
                    <a:pt x="24274268" y="2501374"/>
                  </a:lnTo>
                  <a:lnTo>
                    <a:pt x="0" y="2501374"/>
                  </a:lnTo>
                  <a:lnTo>
                    <a:pt x="0" y="0"/>
                  </a:lnTo>
                  <a:close/>
                </a:path>
              </a:pathLst>
            </a:custGeom>
            <a:solidFill>
              <a:srgbClr val="FFEBE3"/>
            </a:solidFill>
          </p:spPr>
        </p:sp>
        <p:sp>
          <p:nvSpPr>
            <p:cNvPr name="Freeform 45" id="45"/>
            <p:cNvSpPr/>
            <p:nvPr/>
          </p:nvSpPr>
          <p:spPr>
            <a:xfrm flipH="false" flipV="false" rot="0">
              <a:off x="0" y="0"/>
              <a:ext cx="24419047" cy="2646154"/>
            </a:xfrm>
            <a:custGeom>
              <a:avLst/>
              <a:gdLst/>
              <a:ahLst/>
              <a:cxnLst/>
              <a:rect r="r" b="b" t="t" l="l"/>
              <a:pathLst>
                <a:path h="2646154" w="24419047">
                  <a:moveTo>
                    <a:pt x="24274267" y="2501374"/>
                  </a:moveTo>
                  <a:lnTo>
                    <a:pt x="24419047" y="2501374"/>
                  </a:lnTo>
                  <a:lnTo>
                    <a:pt x="24419047" y="2646154"/>
                  </a:lnTo>
                  <a:lnTo>
                    <a:pt x="24274267" y="2646154"/>
                  </a:lnTo>
                  <a:lnTo>
                    <a:pt x="24274267" y="2501374"/>
                  </a:lnTo>
                  <a:close/>
                  <a:moveTo>
                    <a:pt x="0" y="144780"/>
                  </a:moveTo>
                  <a:lnTo>
                    <a:pt x="144780" y="144780"/>
                  </a:lnTo>
                  <a:lnTo>
                    <a:pt x="144780" y="2501374"/>
                  </a:lnTo>
                  <a:lnTo>
                    <a:pt x="0" y="2501374"/>
                  </a:lnTo>
                  <a:lnTo>
                    <a:pt x="0" y="144780"/>
                  </a:lnTo>
                  <a:close/>
                  <a:moveTo>
                    <a:pt x="0" y="2501374"/>
                  </a:moveTo>
                  <a:lnTo>
                    <a:pt x="144780" y="2501374"/>
                  </a:lnTo>
                  <a:lnTo>
                    <a:pt x="144780" y="2646154"/>
                  </a:lnTo>
                  <a:lnTo>
                    <a:pt x="0" y="2646154"/>
                  </a:lnTo>
                  <a:lnTo>
                    <a:pt x="0" y="2501374"/>
                  </a:lnTo>
                  <a:close/>
                  <a:moveTo>
                    <a:pt x="24274267" y="144780"/>
                  </a:moveTo>
                  <a:lnTo>
                    <a:pt x="24419047" y="144780"/>
                  </a:lnTo>
                  <a:lnTo>
                    <a:pt x="24419047" y="2501374"/>
                  </a:lnTo>
                  <a:lnTo>
                    <a:pt x="24274267" y="2501374"/>
                  </a:lnTo>
                  <a:lnTo>
                    <a:pt x="24274267" y="144780"/>
                  </a:lnTo>
                  <a:close/>
                  <a:moveTo>
                    <a:pt x="144780" y="2501374"/>
                  </a:moveTo>
                  <a:lnTo>
                    <a:pt x="24274267" y="2501374"/>
                  </a:lnTo>
                  <a:lnTo>
                    <a:pt x="24274267" y="2646154"/>
                  </a:lnTo>
                  <a:lnTo>
                    <a:pt x="144780" y="2646154"/>
                  </a:lnTo>
                  <a:lnTo>
                    <a:pt x="144780" y="2501374"/>
                  </a:lnTo>
                  <a:close/>
                  <a:moveTo>
                    <a:pt x="24274267" y="0"/>
                  </a:moveTo>
                  <a:lnTo>
                    <a:pt x="24419047" y="0"/>
                  </a:lnTo>
                  <a:lnTo>
                    <a:pt x="24419047" y="144780"/>
                  </a:lnTo>
                  <a:lnTo>
                    <a:pt x="24274267" y="144780"/>
                  </a:lnTo>
                  <a:lnTo>
                    <a:pt x="24274267" y="0"/>
                  </a:lnTo>
                  <a:close/>
                  <a:moveTo>
                    <a:pt x="0" y="0"/>
                  </a:moveTo>
                  <a:lnTo>
                    <a:pt x="144780" y="0"/>
                  </a:lnTo>
                  <a:lnTo>
                    <a:pt x="144780" y="144780"/>
                  </a:lnTo>
                  <a:lnTo>
                    <a:pt x="0" y="144780"/>
                  </a:lnTo>
                  <a:lnTo>
                    <a:pt x="0" y="0"/>
                  </a:lnTo>
                  <a:close/>
                  <a:moveTo>
                    <a:pt x="144780" y="0"/>
                  </a:moveTo>
                  <a:lnTo>
                    <a:pt x="24274267" y="0"/>
                  </a:lnTo>
                  <a:lnTo>
                    <a:pt x="24274267" y="144780"/>
                  </a:lnTo>
                  <a:lnTo>
                    <a:pt x="144780" y="144780"/>
                  </a:lnTo>
                  <a:lnTo>
                    <a:pt x="144780" y="0"/>
                  </a:lnTo>
                  <a:close/>
                </a:path>
              </a:pathLst>
            </a:custGeom>
            <a:solidFill>
              <a:srgbClr val="000000"/>
            </a:solidFill>
          </p:spPr>
        </p:sp>
      </p:grpSp>
      <p:sp>
        <p:nvSpPr>
          <p:cNvPr name="Freeform 46" id="46"/>
          <p:cNvSpPr/>
          <p:nvPr/>
        </p:nvSpPr>
        <p:spPr>
          <a:xfrm flipH="false" flipV="false" rot="0">
            <a:off x="8604087" y="5856777"/>
            <a:ext cx="244332" cy="244332"/>
          </a:xfrm>
          <a:custGeom>
            <a:avLst/>
            <a:gdLst/>
            <a:ahLst/>
            <a:cxnLst/>
            <a:rect r="r" b="b" t="t" l="l"/>
            <a:pathLst>
              <a:path h="244332" w="244332">
                <a:moveTo>
                  <a:pt x="0" y="0"/>
                </a:moveTo>
                <a:lnTo>
                  <a:pt x="244332" y="0"/>
                </a:lnTo>
                <a:lnTo>
                  <a:pt x="244332" y="244332"/>
                </a:lnTo>
                <a:lnTo>
                  <a:pt x="0" y="2443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7" id="47"/>
          <p:cNvSpPr/>
          <p:nvPr/>
        </p:nvSpPr>
        <p:spPr>
          <a:xfrm flipH="true" flipV="false" rot="0">
            <a:off x="1536762" y="2811086"/>
            <a:ext cx="291252" cy="291252"/>
          </a:xfrm>
          <a:custGeom>
            <a:avLst/>
            <a:gdLst/>
            <a:ahLst/>
            <a:cxnLst/>
            <a:rect r="r" b="b" t="t" l="l"/>
            <a:pathLst>
              <a:path h="291252" w="291252">
                <a:moveTo>
                  <a:pt x="291252" y="0"/>
                </a:moveTo>
                <a:lnTo>
                  <a:pt x="0" y="0"/>
                </a:lnTo>
                <a:lnTo>
                  <a:pt x="0" y="291252"/>
                </a:lnTo>
                <a:lnTo>
                  <a:pt x="291252" y="291252"/>
                </a:lnTo>
                <a:lnTo>
                  <a:pt x="29125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8" id="48"/>
          <p:cNvSpPr/>
          <p:nvPr/>
        </p:nvSpPr>
        <p:spPr>
          <a:xfrm flipH="true" flipV="false" rot="0">
            <a:off x="6868013" y="2811086"/>
            <a:ext cx="291252" cy="291252"/>
          </a:xfrm>
          <a:custGeom>
            <a:avLst/>
            <a:gdLst/>
            <a:ahLst/>
            <a:cxnLst/>
            <a:rect r="r" b="b" t="t" l="l"/>
            <a:pathLst>
              <a:path h="291252" w="291252">
                <a:moveTo>
                  <a:pt x="291253" y="0"/>
                </a:moveTo>
                <a:lnTo>
                  <a:pt x="0" y="0"/>
                </a:lnTo>
                <a:lnTo>
                  <a:pt x="0" y="291252"/>
                </a:lnTo>
                <a:lnTo>
                  <a:pt x="291253" y="291252"/>
                </a:lnTo>
                <a:lnTo>
                  <a:pt x="29125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9" id="49"/>
          <p:cNvSpPr txBox="true"/>
          <p:nvPr/>
        </p:nvSpPr>
        <p:spPr>
          <a:xfrm rot="0">
            <a:off x="11910848" y="2400836"/>
            <a:ext cx="5003407" cy="2484120"/>
          </a:xfrm>
          <a:prstGeom prst="rect">
            <a:avLst/>
          </a:prstGeom>
        </p:spPr>
        <p:txBody>
          <a:bodyPr anchor="t" rtlCol="false" tIns="0" lIns="0" bIns="0" rIns="0">
            <a:spAutoFit/>
          </a:bodyPr>
          <a:lstStyle/>
          <a:p>
            <a:pPr algn="l" marL="0" indent="0" lvl="0">
              <a:lnSpc>
                <a:spcPts val="4800"/>
              </a:lnSpc>
              <a:spcBef>
                <a:spcPct val="0"/>
              </a:spcBef>
            </a:pPr>
            <a:r>
              <a:rPr lang="en-US" b="true" sz="4800">
                <a:solidFill>
                  <a:srgbClr val="000000"/>
                </a:solidFill>
                <a:latin typeface="Courier Prime Bold"/>
                <a:ea typeface="Courier Prime Bold"/>
                <a:cs typeface="Courier Prime Bold"/>
                <a:sym typeface="Courier Prime Bold"/>
              </a:rPr>
              <a:t>Module Two:Actor-Critic Neural Network</a:t>
            </a:r>
          </a:p>
        </p:txBody>
      </p:sp>
      <p:sp>
        <p:nvSpPr>
          <p:cNvPr name="TextBox 50" id="50"/>
          <p:cNvSpPr txBox="true"/>
          <p:nvPr/>
        </p:nvSpPr>
        <p:spPr>
          <a:xfrm rot="0">
            <a:off x="11910848" y="5083567"/>
            <a:ext cx="4848862" cy="3922395"/>
          </a:xfrm>
          <a:prstGeom prst="rect">
            <a:avLst/>
          </a:prstGeom>
        </p:spPr>
        <p:txBody>
          <a:bodyPr anchor="t" rtlCol="false" tIns="0" lIns="0" bIns="0" rIns="0">
            <a:spAutoFit/>
          </a:bodyPr>
          <a:lstStyle/>
          <a:p>
            <a:pPr algn="l">
              <a:lnSpc>
                <a:spcPts val="3450"/>
              </a:lnSpc>
            </a:pPr>
            <a:r>
              <a:rPr lang="en-US" sz="2300">
                <a:solidFill>
                  <a:srgbClr val="000000"/>
                </a:solidFill>
                <a:latin typeface="Cartograph Mono"/>
                <a:ea typeface="Cartograph Mono"/>
                <a:cs typeface="Cartograph Mono"/>
                <a:sym typeface="Cartograph Mono"/>
              </a:rPr>
              <a:t>This module implements Deep Reinforcement Learning using an Actor-Critic model. The goal of this model is to predict the resource demand of containers and evaluate their performance.</a:t>
            </a:r>
          </a:p>
          <a:p>
            <a:pPr algn="l" marL="0" indent="0" lvl="0">
              <a:lnSpc>
                <a:spcPts val="3450"/>
              </a:lnSpc>
            </a:pPr>
          </a:p>
        </p:txBody>
      </p:sp>
      <p:sp>
        <p:nvSpPr>
          <p:cNvPr name="TextBox 51" id="51"/>
          <p:cNvSpPr txBox="true"/>
          <p:nvPr/>
        </p:nvSpPr>
        <p:spPr>
          <a:xfrm rot="0">
            <a:off x="2070756" y="2849186"/>
            <a:ext cx="3047926" cy="327660"/>
          </a:xfrm>
          <a:prstGeom prst="rect">
            <a:avLst/>
          </a:prstGeom>
        </p:spPr>
        <p:txBody>
          <a:bodyPr anchor="t" rtlCol="false" tIns="0" lIns="0" bIns="0" rIns="0">
            <a:spAutoFit/>
          </a:bodyPr>
          <a:lstStyle/>
          <a:p>
            <a:pPr algn="l" marL="0" indent="0" lvl="0">
              <a:lnSpc>
                <a:spcPts val="2400"/>
              </a:lnSpc>
            </a:pPr>
            <a:r>
              <a:rPr lang="en-US" b="true" sz="2400" spc="120">
                <a:solidFill>
                  <a:srgbClr val="000000"/>
                </a:solidFill>
                <a:latin typeface="Cartograph Mono Bold"/>
                <a:ea typeface="Cartograph Mono Bold"/>
                <a:cs typeface="Cartograph Mono Bold"/>
                <a:sym typeface="Cartograph Mono Bold"/>
              </a:rPr>
              <a:t>ACTOR NETWORK</a:t>
            </a:r>
          </a:p>
        </p:txBody>
      </p:sp>
      <p:sp>
        <p:nvSpPr>
          <p:cNvPr name="TextBox 52" id="52"/>
          <p:cNvSpPr txBox="true"/>
          <p:nvPr/>
        </p:nvSpPr>
        <p:spPr>
          <a:xfrm rot="0">
            <a:off x="4731049" y="6735434"/>
            <a:ext cx="3434414" cy="327660"/>
          </a:xfrm>
          <a:prstGeom prst="rect">
            <a:avLst/>
          </a:prstGeom>
        </p:spPr>
        <p:txBody>
          <a:bodyPr anchor="t" rtlCol="false" tIns="0" lIns="0" bIns="0" rIns="0">
            <a:spAutoFit/>
          </a:bodyPr>
          <a:lstStyle/>
          <a:p>
            <a:pPr algn="l" marL="0" indent="0" lvl="0">
              <a:lnSpc>
                <a:spcPts val="2400"/>
              </a:lnSpc>
            </a:pPr>
            <a:r>
              <a:rPr lang="en-US" b="true" sz="2400" spc="120">
                <a:solidFill>
                  <a:srgbClr val="000000"/>
                </a:solidFill>
                <a:latin typeface="Cartograph Mono Bold"/>
                <a:ea typeface="Cartograph Mono Bold"/>
                <a:cs typeface="Cartograph Mono Bold"/>
                <a:sym typeface="Cartograph Mono Bold"/>
              </a:rPr>
              <a:t>TRAINING PROCESS</a:t>
            </a:r>
          </a:p>
        </p:txBody>
      </p:sp>
      <p:sp>
        <p:nvSpPr>
          <p:cNvPr name="TextBox 53" id="53"/>
          <p:cNvSpPr txBox="true"/>
          <p:nvPr/>
        </p:nvSpPr>
        <p:spPr>
          <a:xfrm rot="0">
            <a:off x="7402007" y="2849186"/>
            <a:ext cx="3047926" cy="327660"/>
          </a:xfrm>
          <a:prstGeom prst="rect">
            <a:avLst/>
          </a:prstGeom>
        </p:spPr>
        <p:txBody>
          <a:bodyPr anchor="t" rtlCol="false" tIns="0" lIns="0" bIns="0" rIns="0">
            <a:spAutoFit/>
          </a:bodyPr>
          <a:lstStyle/>
          <a:p>
            <a:pPr algn="l" marL="0" indent="0" lvl="0">
              <a:lnSpc>
                <a:spcPts val="2400"/>
              </a:lnSpc>
            </a:pPr>
            <a:r>
              <a:rPr lang="en-US" b="true" sz="2400" spc="120">
                <a:solidFill>
                  <a:srgbClr val="000000"/>
                </a:solidFill>
                <a:latin typeface="Cartograph Mono Bold"/>
                <a:ea typeface="Cartograph Mono Bold"/>
                <a:cs typeface="Cartograph Mono Bold"/>
                <a:sym typeface="Cartograph Mono Bold"/>
              </a:rPr>
              <a:t>CRITIC NE</a:t>
            </a:r>
            <a:r>
              <a:rPr lang="en-US" b="true" sz="2400" spc="120">
                <a:solidFill>
                  <a:srgbClr val="000000"/>
                </a:solidFill>
                <a:latin typeface="Cartograph Mono Bold"/>
                <a:ea typeface="Cartograph Mono Bold"/>
                <a:cs typeface="Cartograph Mono Bold"/>
                <a:sym typeface="Cartograph Mono Bold"/>
              </a:rPr>
              <a:t>twork</a:t>
            </a:r>
          </a:p>
        </p:txBody>
      </p:sp>
      <p:sp>
        <p:nvSpPr>
          <p:cNvPr name="TextBox 54" id="54"/>
          <p:cNvSpPr txBox="true"/>
          <p:nvPr/>
        </p:nvSpPr>
        <p:spPr>
          <a:xfrm rot="0">
            <a:off x="1536762" y="3145512"/>
            <a:ext cx="3610812" cy="1981199"/>
          </a:xfrm>
          <a:prstGeom prst="rect">
            <a:avLst/>
          </a:prstGeom>
        </p:spPr>
        <p:txBody>
          <a:bodyPr anchor="t" rtlCol="false" tIns="0" lIns="0" bIns="0" rIns="0">
            <a:spAutoFit/>
          </a:bodyPr>
          <a:lstStyle/>
          <a:p>
            <a:pPr algn="l">
              <a:lnSpc>
                <a:spcPts val="3450"/>
              </a:lnSpc>
            </a:pPr>
            <a:r>
              <a:rPr lang="en-US" sz="2300">
                <a:solidFill>
                  <a:srgbClr val="000000"/>
                </a:solidFill>
                <a:latin typeface="Cartograph Mono"/>
                <a:ea typeface="Cartograph Mono"/>
                <a:cs typeface="Cartograph Mono"/>
                <a:sym typeface="Cartograph Mono"/>
              </a:rPr>
              <a:t>Chooses actions using neural networks and reward signals.</a:t>
            </a:r>
          </a:p>
          <a:p>
            <a:pPr algn="l" marL="0" indent="0" lvl="0">
              <a:lnSpc>
                <a:spcPts val="1800"/>
              </a:lnSpc>
            </a:pPr>
          </a:p>
        </p:txBody>
      </p:sp>
      <p:sp>
        <p:nvSpPr>
          <p:cNvPr name="TextBox 55" id="55"/>
          <p:cNvSpPr txBox="true"/>
          <p:nvPr/>
        </p:nvSpPr>
        <p:spPr>
          <a:xfrm rot="0">
            <a:off x="6868013" y="3270289"/>
            <a:ext cx="3610812" cy="1731645"/>
          </a:xfrm>
          <a:prstGeom prst="rect">
            <a:avLst/>
          </a:prstGeom>
        </p:spPr>
        <p:txBody>
          <a:bodyPr anchor="t" rtlCol="false" tIns="0" lIns="0" bIns="0" rIns="0">
            <a:spAutoFit/>
          </a:bodyPr>
          <a:lstStyle/>
          <a:p>
            <a:pPr algn="l" marL="0" indent="0" lvl="0">
              <a:lnSpc>
                <a:spcPts val="3450"/>
              </a:lnSpc>
            </a:pPr>
            <a:r>
              <a:rPr lang="en-US" sz="2300">
                <a:solidFill>
                  <a:srgbClr val="000000"/>
                </a:solidFill>
                <a:latin typeface="Cartograph Mono"/>
                <a:ea typeface="Cartograph Mono"/>
                <a:cs typeface="Cartograph Mono"/>
                <a:sym typeface="Cartograph Mono"/>
              </a:rPr>
              <a:t>Evaluates actions using value function for policy improvement.</a:t>
            </a:r>
          </a:p>
        </p:txBody>
      </p:sp>
      <p:sp>
        <p:nvSpPr>
          <p:cNvPr name="TextBox 56" id="56"/>
          <p:cNvSpPr txBox="true"/>
          <p:nvPr/>
        </p:nvSpPr>
        <p:spPr>
          <a:xfrm rot="0">
            <a:off x="4554652" y="7373377"/>
            <a:ext cx="3610812" cy="1293495"/>
          </a:xfrm>
          <a:prstGeom prst="rect">
            <a:avLst/>
          </a:prstGeom>
        </p:spPr>
        <p:txBody>
          <a:bodyPr anchor="t" rtlCol="false" tIns="0" lIns="0" bIns="0" rIns="0">
            <a:spAutoFit/>
          </a:bodyPr>
          <a:lstStyle/>
          <a:p>
            <a:pPr algn="l" marL="0" indent="0" lvl="0">
              <a:lnSpc>
                <a:spcPts val="3450"/>
              </a:lnSpc>
            </a:pPr>
            <a:r>
              <a:rPr lang="en-US" sz="2300">
                <a:solidFill>
                  <a:srgbClr val="000000"/>
                </a:solidFill>
                <a:latin typeface="Cartograph Mono"/>
                <a:ea typeface="Cartograph Mono"/>
                <a:cs typeface="Cartograph Mono"/>
                <a:sym typeface="Cartograph Mono"/>
              </a:rPr>
              <a:t>Learns by minimizing loss; critic refines actor’s decisions.</a:t>
            </a:r>
          </a:p>
        </p:txBody>
      </p:sp>
      <p:sp>
        <p:nvSpPr>
          <p:cNvPr name="Freeform 57" id="57"/>
          <p:cNvSpPr/>
          <p:nvPr/>
        </p:nvSpPr>
        <p:spPr>
          <a:xfrm flipH="true" flipV="false" rot="0">
            <a:off x="4263399" y="6602084"/>
            <a:ext cx="291252" cy="291252"/>
          </a:xfrm>
          <a:custGeom>
            <a:avLst/>
            <a:gdLst/>
            <a:ahLst/>
            <a:cxnLst/>
            <a:rect r="r" b="b" t="t" l="l"/>
            <a:pathLst>
              <a:path h="291252" w="291252">
                <a:moveTo>
                  <a:pt x="291253" y="0"/>
                </a:moveTo>
                <a:lnTo>
                  <a:pt x="0" y="0"/>
                </a:lnTo>
                <a:lnTo>
                  <a:pt x="0" y="291253"/>
                </a:lnTo>
                <a:lnTo>
                  <a:pt x="291253" y="291253"/>
                </a:lnTo>
                <a:lnTo>
                  <a:pt x="29125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6F2F2"/>
        </a:solidFill>
      </p:bgPr>
    </p:bg>
    <p:spTree>
      <p:nvGrpSpPr>
        <p:cNvPr id="1" name=""/>
        <p:cNvGrpSpPr/>
        <p:nvPr/>
      </p:nvGrpSpPr>
      <p:grpSpPr>
        <a:xfrm>
          <a:off x="0" y="0"/>
          <a:ext cx="0" cy="0"/>
          <a:chOff x="0" y="0"/>
          <a:chExt cx="0" cy="0"/>
        </a:xfrm>
      </p:grpSpPr>
      <p:grpSp>
        <p:nvGrpSpPr>
          <p:cNvPr name="Group 2" id="2"/>
          <p:cNvGrpSpPr/>
          <p:nvPr/>
        </p:nvGrpSpPr>
        <p:grpSpPr>
          <a:xfrm rot="0">
            <a:off x="666750" y="1472354"/>
            <a:ext cx="16954500" cy="8147896"/>
            <a:chOff x="0" y="0"/>
            <a:chExt cx="32818334" cy="15771645"/>
          </a:xfrm>
        </p:grpSpPr>
        <p:sp>
          <p:nvSpPr>
            <p:cNvPr name="Freeform 3" id="3"/>
            <p:cNvSpPr/>
            <p:nvPr/>
          </p:nvSpPr>
          <p:spPr>
            <a:xfrm flipH="false" flipV="false" rot="0">
              <a:off x="0" y="0"/>
              <a:ext cx="32818335" cy="15771645"/>
            </a:xfrm>
            <a:custGeom>
              <a:avLst/>
              <a:gdLst/>
              <a:ahLst/>
              <a:cxnLst/>
              <a:rect r="r" b="b" t="t" l="l"/>
              <a:pathLst>
                <a:path h="15771645" w="32818335">
                  <a:moveTo>
                    <a:pt x="0" y="0"/>
                  </a:moveTo>
                  <a:lnTo>
                    <a:pt x="0" y="15771645"/>
                  </a:lnTo>
                  <a:lnTo>
                    <a:pt x="32818335" y="15771645"/>
                  </a:lnTo>
                  <a:lnTo>
                    <a:pt x="32818335" y="0"/>
                  </a:lnTo>
                  <a:lnTo>
                    <a:pt x="0" y="0"/>
                  </a:lnTo>
                  <a:close/>
                  <a:moveTo>
                    <a:pt x="32757374" y="15710684"/>
                  </a:moveTo>
                  <a:lnTo>
                    <a:pt x="59690" y="15710684"/>
                  </a:lnTo>
                  <a:lnTo>
                    <a:pt x="59690" y="59690"/>
                  </a:lnTo>
                  <a:lnTo>
                    <a:pt x="32757374" y="59690"/>
                  </a:lnTo>
                  <a:lnTo>
                    <a:pt x="32757374" y="15710684"/>
                  </a:lnTo>
                  <a:close/>
                </a:path>
              </a:pathLst>
            </a:custGeom>
            <a:solidFill>
              <a:srgbClr val="000000"/>
            </a:solidFill>
          </p:spPr>
        </p:sp>
      </p:grpSp>
      <p:grpSp>
        <p:nvGrpSpPr>
          <p:cNvPr name="Group 4" id="4"/>
          <p:cNvGrpSpPr/>
          <p:nvPr/>
        </p:nvGrpSpPr>
        <p:grpSpPr>
          <a:xfrm rot="0">
            <a:off x="666750" y="1472354"/>
            <a:ext cx="5690785" cy="8147896"/>
            <a:chOff x="0" y="0"/>
            <a:chExt cx="28826976" cy="41273602"/>
          </a:xfrm>
        </p:grpSpPr>
        <p:sp>
          <p:nvSpPr>
            <p:cNvPr name="Freeform 5" id="5"/>
            <p:cNvSpPr/>
            <p:nvPr/>
          </p:nvSpPr>
          <p:spPr>
            <a:xfrm flipH="false" flipV="false" rot="0">
              <a:off x="72390" y="72390"/>
              <a:ext cx="28682196" cy="41128822"/>
            </a:xfrm>
            <a:custGeom>
              <a:avLst/>
              <a:gdLst/>
              <a:ahLst/>
              <a:cxnLst/>
              <a:rect r="r" b="b" t="t" l="l"/>
              <a:pathLst>
                <a:path h="41128822" w="28682196">
                  <a:moveTo>
                    <a:pt x="0" y="0"/>
                  </a:moveTo>
                  <a:lnTo>
                    <a:pt x="28682196" y="0"/>
                  </a:lnTo>
                  <a:lnTo>
                    <a:pt x="28682196" y="41128822"/>
                  </a:lnTo>
                  <a:lnTo>
                    <a:pt x="0" y="41128822"/>
                  </a:lnTo>
                  <a:lnTo>
                    <a:pt x="0" y="0"/>
                  </a:lnTo>
                  <a:close/>
                </a:path>
              </a:pathLst>
            </a:custGeom>
            <a:solidFill>
              <a:srgbClr val="FFEBE3"/>
            </a:solidFill>
          </p:spPr>
        </p:sp>
        <p:sp>
          <p:nvSpPr>
            <p:cNvPr name="Freeform 6" id="6"/>
            <p:cNvSpPr/>
            <p:nvPr/>
          </p:nvSpPr>
          <p:spPr>
            <a:xfrm flipH="false" flipV="false" rot="0">
              <a:off x="0" y="0"/>
              <a:ext cx="28826975" cy="41273602"/>
            </a:xfrm>
            <a:custGeom>
              <a:avLst/>
              <a:gdLst/>
              <a:ahLst/>
              <a:cxnLst/>
              <a:rect r="r" b="b" t="t" l="l"/>
              <a:pathLst>
                <a:path h="41273602" w="28826975">
                  <a:moveTo>
                    <a:pt x="28682197" y="41128823"/>
                  </a:moveTo>
                  <a:lnTo>
                    <a:pt x="28826975" y="41128823"/>
                  </a:lnTo>
                  <a:lnTo>
                    <a:pt x="28826975" y="41273602"/>
                  </a:lnTo>
                  <a:lnTo>
                    <a:pt x="28682197" y="41273602"/>
                  </a:lnTo>
                  <a:lnTo>
                    <a:pt x="28682197" y="41128823"/>
                  </a:lnTo>
                  <a:close/>
                  <a:moveTo>
                    <a:pt x="0" y="144780"/>
                  </a:moveTo>
                  <a:lnTo>
                    <a:pt x="144780" y="144780"/>
                  </a:lnTo>
                  <a:lnTo>
                    <a:pt x="144780" y="41128823"/>
                  </a:lnTo>
                  <a:lnTo>
                    <a:pt x="0" y="41128823"/>
                  </a:lnTo>
                  <a:lnTo>
                    <a:pt x="0" y="144780"/>
                  </a:lnTo>
                  <a:close/>
                  <a:moveTo>
                    <a:pt x="0" y="41128823"/>
                  </a:moveTo>
                  <a:lnTo>
                    <a:pt x="144780" y="41128823"/>
                  </a:lnTo>
                  <a:lnTo>
                    <a:pt x="144780" y="41273602"/>
                  </a:lnTo>
                  <a:lnTo>
                    <a:pt x="0" y="41273602"/>
                  </a:lnTo>
                  <a:lnTo>
                    <a:pt x="0" y="41128823"/>
                  </a:lnTo>
                  <a:close/>
                  <a:moveTo>
                    <a:pt x="28682197" y="144780"/>
                  </a:moveTo>
                  <a:lnTo>
                    <a:pt x="28826975" y="144780"/>
                  </a:lnTo>
                  <a:lnTo>
                    <a:pt x="28826975" y="41128823"/>
                  </a:lnTo>
                  <a:lnTo>
                    <a:pt x="28682197" y="41128823"/>
                  </a:lnTo>
                  <a:lnTo>
                    <a:pt x="28682197" y="144780"/>
                  </a:lnTo>
                  <a:close/>
                  <a:moveTo>
                    <a:pt x="144780" y="41128823"/>
                  </a:moveTo>
                  <a:lnTo>
                    <a:pt x="28682197" y="41128823"/>
                  </a:lnTo>
                  <a:lnTo>
                    <a:pt x="28682197" y="41273602"/>
                  </a:lnTo>
                  <a:lnTo>
                    <a:pt x="144780" y="41273602"/>
                  </a:lnTo>
                  <a:lnTo>
                    <a:pt x="144780" y="41128823"/>
                  </a:lnTo>
                  <a:close/>
                  <a:moveTo>
                    <a:pt x="28682197" y="0"/>
                  </a:moveTo>
                  <a:lnTo>
                    <a:pt x="28826975" y="0"/>
                  </a:lnTo>
                  <a:lnTo>
                    <a:pt x="28826975" y="144780"/>
                  </a:lnTo>
                  <a:lnTo>
                    <a:pt x="28682197" y="144780"/>
                  </a:lnTo>
                  <a:lnTo>
                    <a:pt x="28682197" y="0"/>
                  </a:lnTo>
                  <a:close/>
                  <a:moveTo>
                    <a:pt x="0" y="0"/>
                  </a:moveTo>
                  <a:lnTo>
                    <a:pt x="144780" y="0"/>
                  </a:lnTo>
                  <a:lnTo>
                    <a:pt x="144780" y="144780"/>
                  </a:lnTo>
                  <a:lnTo>
                    <a:pt x="0" y="144780"/>
                  </a:lnTo>
                  <a:lnTo>
                    <a:pt x="0" y="0"/>
                  </a:lnTo>
                  <a:close/>
                  <a:moveTo>
                    <a:pt x="144780" y="0"/>
                  </a:moveTo>
                  <a:lnTo>
                    <a:pt x="28682197" y="0"/>
                  </a:lnTo>
                  <a:lnTo>
                    <a:pt x="28682197" y="144780"/>
                  </a:lnTo>
                  <a:lnTo>
                    <a:pt x="144780" y="144780"/>
                  </a:lnTo>
                  <a:lnTo>
                    <a:pt x="144780" y="0"/>
                  </a:lnTo>
                  <a:close/>
                </a:path>
              </a:pathLst>
            </a:custGeom>
            <a:solidFill>
              <a:srgbClr val="000000"/>
            </a:solidFill>
          </p:spPr>
        </p:sp>
      </p:grpSp>
      <p:grpSp>
        <p:nvGrpSpPr>
          <p:cNvPr name="Group 7" id="7"/>
          <p:cNvGrpSpPr/>
          <p:nvPr/>
        </p:nvGrpSpPr>
        <p:grpSpPr>
          <a:xfrm rot="0">
            <a:off x="666750" y="666750"/>
            <a:ext cx="16954500" cy="866314"/>
            <a:chOff x="0" y="0"/>
            <a:chExt cx="90918020" cy="4645584"/>
          </a:xfrm>
        </p:grpSpPr>
        <p:sp>
          <p:nvSpPr>
            <p:cNvPr name="Freeform 8" id="8"/>
            <p:cNvSpPr/>
            <p:nvPr/>
          </p:nvSpPr>
          <p:spPr>
            <a:xfrm flipH="false" flipV="false" rot="0">
              <a:off x="72390" y="72390"/>
              <a:ext cx="90773240" cy="4500805"/>
            </a:xfrm>
            <a:custGeom>
              <a:avLst/>
              <a:gdLst/>
              <a:ahLst/>
              <a:cxnLst/>
              <a:rect r="r" b="b" t="t" l="l"/>
              <a:pathLst>
                <a:path h="4500805" w="90773240">
                  <a:moveTo>
                    <a:pt x="0" y="0"/>
                  </a:moveTo>
                  <a:lnTo>
                    <a:pt x="90773240" y="0"/>
                  </a:lnTo>
                  <a:lnTo>
                    <a:pt x="90773240" y="4500805"/>
                  </a:lnTo>
                  <a:lnTo>
                    <a:pt x="0" y="4500805"/>
                  </a:lnTo>
                  <a:lnTo>
                    <a:pt x="0" y="0"/>
                  </a:lnTo>
                  <a:close/>
                </a:path>
              </a:pathLst>
            </a:custGeom>
            <a:solidFill>
              <a:srgbClr val="9DCED8"/>
            </a:solidFill>
          </p:spPr>
        </p:sp>
        <p:sp>
          <p:nvSpPr>
            <p:cNvPr name="Freeform 9" id="9"/>
            <p:cNvSpPr/>
            <p:nvPr/>
          </p:nvSpPr>
          <p:spPr>
            <a:xfrm flipH="false" flipV="false" rot="0">
              <a:off x="0" y="0"/>
              <a:ext cx="90918023" cy="4645584"/>
            </a:xfrm>
            <a:custGeom>
              <a:avLst/>
              <a:gdLst/>
              <a:ahLst/>
              <a:cxnLst/>
              <a:rect r="r" b="b" t="t" l="l"/>
              <a:pathLst>
                <a:path h="4645584" w="90918023">
                  <a:moveTo>
                    <a:pt x="90773238" y="4500804"/>
                  </a:moveTo>
                  <a:lnTo>
                    <a:pt x="90918023" y="4500804"/>
                  </a:lnTo>
                  <a:lnTo>
                    <a:pt x="90918023" y="4645584"/>
                  </a:lnTo>
                  <a:lnTo>
                    <a:pt x="90773238" y="4645584"/>
                  </a:lnTo>
                  <a:lnTo>
                    <a:pt x="90773238" y="4500804"/>
                  </a:lnTo>
                  <a:close/>
                  <a:moveTo>
                    <a:pt x="0" y="144780"/>
                  </a:moveTo>
                  <a:lnTo>
                    <a:pt x="144780" y="144780"/>
                  </a:lnTo>
                  <a:lnTo>
                    <a:pt x="144780" y="4500804"/>
                  </a:lnTo>
                  <a:lnTo>
                    <a:pt x="0" y="4500804"/>
                  </a:lnTo>
                  <a:lnTo>
                    <a:pt x="0" y="144780"/>
                  </a:lnTo>
                  <a:close/>
                  <a:moveTo>
                    <a:pt x="0" y="4500804"/>
                  </a:moveTo>
                  <a:lnTo>
                    <a:pt x="144780" y="4500804"/>
                  </a:lnTo>
                  <a:lnTo>
                    <a:pt x="144780" y="4645584"/>
                  </a:lnTo>
                  <a:lnTo>
                    <a:pt x="0" y="4645584"/>
                  </a:lnTo>
                  <a:lnTo>
                    <a:pt x="0" y="4500804"/>
                  </a:lnTo>
                  <a:close/>
                  <a:moveTo>
                    <a:pt x="90773238" y="144780"/>
                  </a:moveTo>
                  <a:lnTo>
                    <a:pt x="90918023" y="144780"/>
                  </a:lnTo>
                  <a:lnTo>
                    <a:pt x="90918023" y="4500804"/>
                  </a:lnTo>
                  <a:lnTo>
                    <a:pt x="90773238" y="4500804"/>
                  </a:lnTo>
                  <a:lnTo>
                    <a:pt x="90773238" y="144780"/>
                  </a:lnTo>
                  <a:close/>
                  <a:moveTo>
                    <a:pt x="144780" y="4500804"/>
                  </a:moveTo>
                  <a:lnTo>
                    <a:pt x="90773238" y="4500804"/>
                  </a:lnTo>
                  <a:lnTo>
                    <a:pt x="90773238" y="4645584"/>
                  </a:lnTo>
                  <a:lnTo>
                    <a:pt x="144780" y="4645584"/>
                  </a:lnTo>
                  <a:lnTo>
                    <a:pt x="144780" y="4500804"/>
                  </a:lnTo>
                  <a:close/>
                  <a:moveTo>
                    <a:pt x="90773238" y="0"/>
                  </a:moveTo>
                  <a:lnTo>
                    <a:pt x="90918023" y="0"/>
                  </a:lnTo>
                  <a:lnTo>
                    <a:pt x="90918023" y="144780"/>
                  </a:lnTo>
                  <a:lnTo>
                    <a:pt x="90773238" y="144780"/>
                  </a:lnTo>
                  <a:lnTo>
                    <a:pt x="90773238" y="0"/>
                  </a:lnTo>
                  <a:close/>
                  <a:moveTo>
                    <a:pt x="0" y="0"/>
                  </a:moveTo>
                  <a:lnTo>
                    <a:pt x="144780" y="0"/>
                  </a:lnTo>
                  <a:lnTo>
                    <a:pt x="144780" y="144780"/>
                  </a:lnTo>
                  <a:lnTo>
                    <a:pt x="0" y="144780"/>
                  </a:lnTo>
                  <a:lnTo>
                    <a:pt x="0" y="0"/>
                  </a:lnTo>
                  <a:close/>
                  <a:moveTo>
                    <a:pt x="144780" y="0"/>
                  </a:moveTo>
                  <a:lnTo>
                    <a:pt x="90773238" y="0"/>
                  </a:lnTo>
                  <a:lnTo>
                    <a:pt x="90773238" y="144780"/>
                  </a:lnTo>
                  <a:lnTo>
                    <a:pt x="144780" y="144780"/>
                  </a:lnTo>
                  <a:lnTo>
                    <a:pt x="144780" y="0"/>
                  </a:lnTo>
                  <a:close/>
                </a:path>
              </a:pathLst>
            </a:custGeom>
            <a:solidFill>
              <a:srgbClr val="000000"/>
            </a:solidFill>
          </p:spPr>
        </p:sp>
      </p:grpSp>
      <p:grpSp>
        <p:nvGrpSpPr>
          <p:cNvPr name="Group 10" id="10"/>
          <p:cNvGrpSpPr>
            <a:grpSpLocks noChangeAspect="true"/>
          </p:cNvGrpSpPr>
          <p:nvPr/>
        </p:nvGrpSpPr>
        <p:grpSpPr>
          <a:xfrm rot="0">
            <a:off x="1219200" y="959306"/>
            <a:ext cx="281202" cy="281202"/>
            <a:chOff x="0" y="0"/>
            <a:chExt cx="495300" cy="495300"/>
          </a:xfrm>
        </p:grpSpPr>
        <p:sp>
          <p:nvSpPr>
            <p:cNvPr name="Freeform 11" id="11"/>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2" id="12"/>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4B9B7"/>
            </a:solidFill>
          </p:spPr>
        </p:sp>
      </p:grpSp>
      <p:grpSp>
        <p:nvGrpSpPr>
          <p:cNvPr name="Group 13" id="13"/>
          <p:cNvGrpSpPr>
            <a:grpSpLocks noChangeAspect="true"/>
          </p:cNvGrpSpPr>
          <p:nvPr/>
        </p:nvGrpSpPr>
        <p:grpSpPr>
          <a:xfrm rot="0">
            <a:off x="1742282" y="959306"/>
            <a:ext cx="281202" cy="281202"/>
            <a:chOff x="0" y="0"/>
            <a:chExt cx="495300" cy="495300"/>
          </a:xfrm>
        </p:grpSpPr>
        <p:sp>
          <p:nvSpPr>
            <p:cNvPr name="Freeform 14" id="14"/>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5" id="15"/>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AD486"/>
            </a:solidFill>
          </p:spPr>
        </p:sp>
      </p:grpSp>
      <p:grpSp>
        <p:nvGrpSpPr>
          <p:cNvPr name="Group 16" id="16"/>
          <p:cNvGrpSpPr>
            <a:grpSpLocks noChangeAspect="true"/>
          </p:cNvGrpSpPr>
          <p:nvPr/>
        </p:nvGrpSpPr>
        <p:grpSpPr>
          <a:xfrm rot="0">
            <a:off x="2265364" y="959306"/>
            <a:ext cx="281202" cy="281202"/>
            <a:chOff x="0" y="0"/>
            <a:chExt cx="495300" cy="495300"/>
          </a:xfrm>
        </p:grpSpPr>
        <p:sp>
          <p:nvSpPr>
            <p:cNvPr name="Freeform 17" id="17"/>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8" id="18"/>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CAE4BA"/>
            </a:solidFill>
          </p:spPr>
        </p:sp>
      </p:grpSp>
      <p:sp>
        <p:nvSpPr>
          <p:cNvPr name="Freeform 19" id="19"/>
          <p:cNvSpPr/>
          <p:nvPr/>
        </p:nvSpPr>
        <p:spPr>
          <a:xfrm flipH="false" flipV="false" rot="0">
            <a:off x="16759710" y="945362"/>
            <a:ext cx="309090" cy="309090"/>
          </a:xfrm>
          <a:custGeom>
            <a:avLst/>
            <a:gdLst/>
            <a:ahLst/>
            <a:cxnLst/>
            <a:rect r="r" b="b" t="t" l="l"/>
            <a:pathLst>
              <a:path h="309090" w="309090">
                <a:moveTo>
                  <a:pt x="0" y="0"/>
                </a:moveTo>
                <a:lnTo>
                  <a:pt x="309090" y="0"/>
                </a:lnTo>
                <a:lnTo>
                  <a:pt x="309090" y="309090"/>
                </a:lnTo>
                <a:lnTo>
                  <a:pt x="0" y="3090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0" id="20"/>
          <p:cNvGrpSpPr/>
          <p:nvPr/>
        </p:nvGrpSpPr>
        <p:grpSpPr>
          <a:xfrm rot="0">
            <a:off x="7563329" y="3063605"/>
            <a:ext cx="4457585" cy="5739824"/>
            <a:chOff x="0" y="0"/>
            <a:chExt cx="22580138" cy="29075385"/>
          </a:xfrm>
        </p:grpSpPr>
        <p:sp>
          <p:nvSpPr>
            <p:cNvPr name="Freeform 21" id="21"/>
            <p:cNvSpPr/>
            <p:nvPr/>
          </p:nvSpPr>
          <p:spPr>
            <a:xfrm flipH="false" flipV="false" rot="0">
              <a:off x="72390" y="72390"/>
              <a:ext cx="22435359" cy="28930606"/>
            </a:xfrm>
            <a:custGeom>
              <a:avLst/>
              <a:gdLst/>
              <a:ahLst/>
              <a:cxnLst/>
              <a:rect r="r" b="b" t="t" l="l"/>
              <a:pathLst>
                <a:path h="28930606" w="22435359">
                  <a:moveTo>
                    <a:pt x="0" y="0"/>
                  </a:moveTo>
                  <a:lnTo>
                    <a:pt x="22435359" y="0"/>
                  </a:lnTo>
                  <a:lnTo>
                    <a:pt x="22435359" y="28930606"/>
                  </a:lnTo>
                  <a:lnTo>
                    <a:pt x="0" y="28930606"/>
                  </a:lnTo>
                  <a:lnTo>
                    <a:pt x="0" y="0"/>
                  </a:lnTo>
                  <a:close/>
                </a:path>
              </a:pathLst>
            </a:custGeom>
            <a:solidFill>
              <a:srgbClr val="EAD486"/>
            </a:solidFill>
          </p:spPr>
        </p:sp>
        <p:sp>
          <p:nvSpPr>
            <p:cNvPr name="Freeform 22" id="22"/>
            <p:cNvSpPr/>
            <p:nvPr/>
          </p:nvSpPr>
          <p:spPr>
            <a:xfrm flipH="false" flipV="false" rot="0">
              <a:off x="0" y="0"/>
              <a:ext cx="22580138" cy="29075385"/>
            </a:xfrm>
            <a:custGeom>
              <a:avLst/>
              <a:gdLst/>
              <a:ahLst/>
              <a:cxnLst/>
              <a:rect r="r" b="b" t="t" l="l"/>
              <a:pathLst>
                <a:path h="29075385" w="22580138">
                  <a:moveTo>
                    <a:pt x="22435358" y="28930606"/>
                  </a:moveTo>
                  <a:lnTo>
                    <a:pt x="22580138" y="28930606"/>
                  </a:lnTo>
                  <a:lnTo>
                    <a:pt x="22580138" y="29075385"/>
                  </a:lnTo>
                  <a:lnTo>
                    <a:pt x="22435358" y="29075385"/>
                  </a:lnTo>
                  <a:lnTo>
                    <a:pt x="22435358" y="28930606"/>
                  </a:lnTo>
                  <a:close/>
                  <a:moveTo>
                    <a:pt x="0" y="144780"/>
                  </a:moveTo>
                  <a:lnTo>
                    <a:pt x="144780" y="144780"/>
                  </a:lnTo>
                  <a:lnTo>
                    <a:pt x="144780" y="28930606"/>
                  </a:lnTo>
                  <a:lnTo>
                    <a:pt x="0" y="28930606"/>
                  </a:lnTo>
                  <a:lnTo>
                    <a:pt x="0" y="144780"/>
                  </a:lnTo>
                  <a:close/>
                  <a:moveTo>
                    <a:pt x="0" y="28930606"/>
                  </a:moveTo>
                  <a:lnTo>
                    <a:pt x="144780" y="28930606"/>
                  </a:lnTo>
                  <a:lnTo>
                    <a:pt x="144780" y="29075385"/>
                  </a:lnTo>
                  <a:lnTo>
                    <a:pt x="0" y="29075385"/>
                  </a:lnTo>
                  <a:lnTo>
                    <a:pt x="0" y="28930606"/>
                  </a:lnTo>
                  <a:close/>
                  <a:moveTo>
                    <a:pt x="22435358" y="144780"/>
                  </a:moveTo>
                  <a:lnTo>
                    <a:pt x="22580138" y="144780"/>
                  </a:lnTo>
                  <a:lnTo>
                    <a:pt x="22580138" y="28930606"/>
                  </a:lnTo>
                  <a:lnTo>
                    <a:pt x="22435358" y="28930606"/>
                  </a:lnTo>
                  <a:lnTo>
                    <a:pt x="22435358" y="144780"/>
                  </a:lnTo>
                  <a:close/>
                  <a:moveTo>
                    <a:pt x="144780" y="28930606"/>
                  </a:moveTo>
                  <a:lnTo>
                    <a:pt x="22435358" y="28930606"/>
                  </a:lnTo>
                  <a:lnTo>
                    <a:pt x="22435358" y="29075385"/>
                  </a:lnTo>
                  <a:lnTo>
                    <a:pt x="144780" y="29075385"/>
                  </a:lnTo>
                  <a:lnTo>
                    <a:pt x="144780" y="28930606"/>
                  </a:lnTo>
                  <a:close/>
                  <a:moveTo>
                    <a:pt x="22435358" y="0"/>
                  </a:moveTo>
                  <a:lnTo>
                    <a:pt x="22580138" y="0"/>
                  </a:lnTo>
                  <a:lnTo>
                    <a:pt x="22580138" y="144780"/>
                  </a:lnTo>
                  <a:lnTo>
                    <a:pt x="22435358" y="144780"/>
                  </a:lnTo>
                  <a:lnTo>
                    <a:pt x="22435358" y="0"/>
                  </a:lnTo>
                  <a:close/>
                  <a:moveTo>
                    <a:pt x="0" y="0"/>
                  </a:moveTo>
                  <a:lnTo>
                    <a:pt x="144780" y="0"/>
                  </a:lnTo>
                  <a:lnTo>
                    <a:pt x="144780" y="144780"/>
                  </a:lnTo>
                  <a:lnTo>
                    <a:pt x="0" y="144780"/>
                  </a:lnTo>
                  <a:lnTo>
                    <a:pt x="0" y="0"/>
                  </a:lnTo>
                  <a:close/>
                  <a:moveTo>
                    <a:pt x="144780" y="0"/>
                  </a:moveTo>
                  <a:lnTo>
                    <a:pt x="22435358" y="0"/>
                  </a:lnTo>
                  <a:lnTo>
                    <a:pt x="22435358" y="144780"/>
                  </a:lnTo>
                  <a:lnTo>
                    <a:pt x="144780" y="144780"/>
                  </a:lnTo>
                  <a:lnTo>
                    <a:pt x="144780" y="0"/>
                  </a:lnTo>
                  <a:close/>
                </a:path>
              </a:pathLst>
            </a:custGeom>
            <a:solidFill>
              <a:srgbClr val="000000"/>
            </a:solidFill>
          </p:spPr>
        </p:sp>
      </p:grpSp>
      <p:grpSp>
        <p:nvGrpSpPr>
          <p:cNvPr name="Group 23" id="23"/>
          <p:cNvGrpSpPr/>
          <p:nvPr/>
        </p:nvGrpSpPr>
        <p:grpSpPr>
          <a:xfrm rot="0">
            <a:off x="12592165" y="3063605"/>
            <a:ext cx="4457585" cy="5739824"/>
            <a:chOff x="0" y="0"/>
            <a:chExt cx="22580138" cy="29075385"/>
          </a:xfrm>
        </p:grpSpPr>
        <p:sp>
          <p:nvSpPr>
            <p:cNvPr name="Freeform 24" id="24"/>
            <p:cNvSpPr/>
            <p:nvPr/>
          </p:nvSpPr>
          <p:spPr>
            <a:xfrm flipH="false" flipV="false" rot="0">
              <a:off x="72390" y="72390"/>
              <a:ext cx="22435359" cy="28930606"/>
            </a:xfrm>
            <a:custGeom>
              <a:avLst/>
              <a:gdLst/>
              <a:ahLst/>
              <a:cxnLst/>
              <a:rect r="r" b="b" t="t" l="l"/>
              <a:pathLst>
                <a:path h="28930606" w="22435359">
                  <a:moveTo>
                    <a:pt x="0" y="0"/>
                  </a:moveTo>
                  <a:lnTo>
                    <a:pt x="22435359" y="0"/>
                  </a:lnTo>
                  <a:lnTo>
                    <a:pt x="22435359" y="28930606"/>
                  </a:lnTo>
                  <a:lnTo>
                    <a:pt x="0" y="28930606"/>
                  </a:lnTo>
                  <a:lnTo>
                    <a:pt x="0" y="0"/>
                  </a:lnTo>
                  <a:close/>
                </a:path>
              </a:pathLst>
            </a:custGeom>
            <a:solidFill>
              <a:srgbClr val="EAD486"/>
            </a:solidFill>
          </p:spPr>
        </p:sp>
        <p:sp>
          <p:nvSpPr>
            <p:cNvPr name="Freeform 25" id="25"/>
            <p:cNvSpPr/>
            <p:nvPr/>
          </p:nvSpPr>
          <p:spPr>
            <a:xfrm flipH="false" flipV="false" rot="0">
              <a:off x="0" y="0"/>
              <a:ext cx="22580138" cy="29075385"/>
            </a:xfrm>
            <a:custGeom>
              <a:avLst/>
              <a:gdLst/>
              <a:ahLst/>
              <a:cxnLst/>
              <a:rect r="r" b="b" t="t" l="l"/>
              <a:pathLst>
                <a:path h="29075385" w="22580138">
                  <a:moveTo>
                    <a:pt x="22435358" y="28930606"/>
                  </a:moveTo>
                  <a:lnTo>
                    <a:pt x="22580138" y="28930606"/>
                  </a:lnTo>
                  <a:lnTo>
                    <a:pt x="22580138" y="29075385"/>
                  </a:lnTo>
                  <a:lnTo>
                    <a:pt x="22435358" y="29075385"/>
                  </a:lnTo>
                  <a:lnTo>
                    <a:pt x="22435358" y="28930606"/>
                  </a:lnTo>
                  <a:close/>
                  <a:moveTo>
                    <a:pt x="0" y="144780"/>
                  </a:moveTo>
                  <a:lnTo>
                    <a:pt x="144780" y="144780"/>
                  </a:lnTo>
                  <a:lnTo>
                    <a:pt x="144780" y="28930606"/>
                  </a:lnTo>
                  <a:lnTo>
                    <a:pt x="0" y="28930606"/>
                  </a:lnTo>
                  <a:lnTo>
                    <a:pt x="0" y="144780"/>
                  </a:lnTo>
                  <a:close/>
                  <a:moveTo>
                    <a:pt x="0" y="28930606"/>
                  </a:moveTo>
                  <a:lnTo>
                    <a:pt x="144780" y="28930606"/>
                  </a:lnTo>
                  <a:lnTo>
                    <a:pt x="144780" y="29075385"/>
                  </a:lnTo>
                  <a:lnTo>
                    <a:pt x="0" y="29075385"/>
                  </a:lnTo>
                  <a:lnTo>
                    <a:pt x="0" y="28930606"/>
                  </a:lnTo>
                  <a:close/>
                  <a:moveTo>
                    <a:pt x="22435358" y="144780"/>
                  </a:moveTo>
                  <a:lnTo>
                    <a:pt x="22580138" y="144780"/>
                  </a:lnTo>
                  <a:lnTo>
                    <a:pt x="22580138" y="28930606"/>
                  </a:lnTo>
                  <a:lnTo>
                    <a:pt x="22435358" y="28930606"/>
                  </a:lnTo>
                  <a:lnTo>
                    <a:pt x="22435358" y="144780"/>
                  </a:lnTo>
                  <a:close/>
                  <a:moveTo>
                    <a:pt x="144780" y="28930606"/>
                  </a:moveTo>
                  <a:lnTo>
                    <a:pt x="22435358" y="28930606"/>
                  </a:lnTo>
                  <a:lnTo>
                    <a:pt x="22435358" y="29075385"/>
                  </a:lnTo>
                  <a:lnTo>
                    <a:pt x="144780" y="29075385"/>
                  </a:lnTo>
                  <a:lnTo>
                    <a:pt x="144780" y="28930606"/>
                  </a:lnTo>
                  <a:close/>
                  <a:moveTo>
                    <a:pt x="22435358" y="0"/>
                  </a:moveTo>
                  <a:lnTo>
                    <a:pt x="22580138" y="0"/>
                  </a:lnTo>
                  <a:lnTo>
                    <a:pt x="22580138" y="144780"/>
                  </a:lnTo>
                  <a:lnTo>
                    <a:pt x="22435358" y="144780"/>
                  </a:lnTo>
                  <a:lnTo>
                    <a:pt x="22435358" y="0"/>
                  </a:lnTo>
                  <a:close/>
                  <a:moveTo>
                    <a:pt x="0" y="0"/>
                  </a:moveTo>
                  <a:lnTo>
                    <a:pt x="144780" y="0"/>
                  </a:lnTo>
                  <a:lnTo>
                    <a:pt x="144780" y="144780"/>
                  </a:lnTo>
                  <a:lnTo>
                    <a:pt x="0" y="144780"/>
                  </a:lnTo>
                  <a:lnTo>
                    <a:pt x="0" y="0"/>
                  </a:lnTo>
                  <a:close/>
                  <a:moveTo>
                    <a:pt x="144780" y="0"/>
                  </a:moveTo>
                  <a:lnTo>
                    <a:pt x="22435358" y="0"/>
                  </a:lnTo>
                  <a:lnTo>
                    <a:pt x="22435358" y="144780"/>
                  </a:lnTo>
                  <a:lnTo>
                    <a:pt x="144780" y="144780"/>
                  </a:lnTo>
                  <a:lnTo>
                    <a:pt x="144780" y="0"/>
                  </a:lnTo>
                  <a:close/>
                </a:path>
              </a:pathLst>
            </a:custGeom>
            <a:solidFill>
              <a:srgbClr val="000000"/>
            </a:solidFill>
          </p:spPr>
        </p:sp>
      </p:grpSp>
      <p:sp>
        <p:nvSpPr>
          <p:cNvPr name="TextBox 26" id="26"/>
          <p:cNvSpPr txBox="true"/>
          <p:nvPr/>
        </p:nvSpPr>
        <p:spPr>
          <a:xfrm rot="0">
            <a:off x="815866" y="4037542"/>
            <a:ext cx="5541669" cy="3093720"/>
          </a:xfrm>
          <a:prstGeom prst="rect">
            <a:avLst/>
          </a:prstGeom>
        </p:spPr>
        <p:txBody>
          <a:bodyPr anchor="t" rtlCol="false" tIns="0" lIns="0" bIns="0" rIns="0">
            <a:spAutoFit/>
          </a:bodyPr>
          <a:lstStyle/>
          <a:p>
            <a:pPr algn="l">
              <a:lnSpc>
                <a:spcPts val="4800"/>
              </a:lnSpc>
            </a:pPr>
            <a:r>
              <a:rPr lang="en-US" sz="4800" b="true">
                <a:solidFill>
                  <a:srgbClr val="000000"/>
                </a:solidFill>
                <a:latin typeface="Courier Prime Bold"/>
                <a:ea typeface="Courier Prime Bold"/>
                <a:cs typeface="Courier Prime Bold"/>
                <a:sym typeface="Courier Prime Bold"/>
              </a:rPr>
              <a:t>Module Three:Dragonfly Algorithm Optimization</a:t>
            </a:r>
          </a:p>
          <a:p>
            <a:pPr algn="l" marL="0" indent="0" lvl="0">
              <a:lnSpc>
                <a:spcPts val="4800"/>
              </a:lnSpc>
              <a:spcBef>
                <a:spcPct val="0"/>
              </a:spcBef>
            </a:pPr>
          </a:p>
        </p:txBody>
      </p:sp>
      <p:sp>
        <p:nvSpPr>
          <p:cNvPr name="TextBox 27" id="27"/>
          <p:cNvSpPr txBox="true"/>
          <p:nvPr/>
        </p:nvSpPr>
        <p:spPr>
          <a:xfrm rot="0">
            <a:off x="7563329" y="2041525"/>
            <a:ext cx="4457585" cy="728345"/>
          </a:xfrm>
          <a:prstGeom prst="rect">
            <a:avLst/>
          </a:prstGeom>
        </p:spPr>
        <p:txBody>
          <a:bodyPr anchor="t" rtlCol="false" tIns="0" lIns="0" bIns="0" rIns="0">
            <a:spAutoFit/>
          </a:bodyPr>
          <a:lstStyle/>
          <a:p>
            <a:pPr algn="just">
              <a:lnSpc>
                <a:spcPts val="2800"/>
              </a:lnSpc>
            </a:pPr>
            <a:r>
              <a:rPr lang="en-US" b="true" sz="2800" spc="140">
                <a:solidFill>
                  <a:srgbClr val="000000"/>
                </a:solidFill>
                <a:latin typeface="Cartograph Mono Bold"/>
                <a:ea typeface="Cartograph Mono Bold"/>
                <a:cs typeface="Cartograph Mono Bold"/>
                <a:sym typeface="Cartograph Mono Bold"/>
              </a:rPr>
              <a:t>STEP 1: INITIALIZE POPULATION</a:t>
            </a:r>
          </a:p>
        </p:txBody>
      </p:sp>
      <p:sp>
        <p:nvSpPr>
          <p:cNvPr name="TextBox 28" id="28"/>
          <p:cNvSpPr txBox="true"/>
          <p:nvPr/>
        </p:nvSpPr>
        <p:spPr>
          <a:xfrm rot="0">
            <a:off x="7930754" y="4760037"/>
            <a:ext cx="3828435" cy="2270760"/>
          </a:xfrm>
          <a:prstGeom prst="rect">
            <a:avLst/>
          </a:prstGeom>
        </p:spPr>
        <p:txBody>
          <a:bodyPr anchor="t" rtlCol="false" tIns="0" lIns="0" bIns="0" rIns="0">
            <a:spAutoFit/>
          </a:bodyPr>
          <a:lstStyle/>
          <a:p>
            <a:pPr algn="l">
              <a:lnSpc>
                <a:spcPts val="3600"/>
              </a:lnSpc>
            </a:pPr>
            <a:r>
              <a:rPr lang="en-US" sz="2400">
                <a:solidFill>
                  <a:srgbClr val="000000"/>
                </a:solidFill>
                <a:latin typeface="Cartograph Mono"/>
                <a:ea typeface="Cartograph Mono"/>
                <a:cs typeface="Cartograph Mono"/>
                <a:sym typeface="Cartograph Mono"/>
              </a:rPr>
              <a:t>The algorithm starts with a random set of solutions (resource allocation strategies).</a:t>
            </a:r>
          </a:p>
        </p:txBody>
      </p:sp>
      <p:sp>
        <p:nvSpPr>
          <p:cNvPr name="TextBox 29" id="29"/>
          <p:cNvSpPr txBox="true"/>
          <p:nvPr/>
        </p:nvSpPr>
        <p:spPr>
          <a:xfrm rot="0">
            <a:off x="12834908" y="2041525"/>
            <a:ext cx="4214842" cy="728345"/>
          </a:xfrm>
          <a:prstGeom prst="rect">
            <a:avLst/>
          </a:prstGeom>
        </p:spPr>
        <p:txBody>
          <a:bodyPr anchor="t" rtlCol="false" tIns="0" lIns="0" bIns="0" rIns="0">
            <a:spAutoFit/>
          </a:bodyPr>
          <a:lstStyle/>
          <a:p>
            <a:pPr algn="l">
              <a:lnSpc>
                <a:spcPts val="2800"/>
              </a:lnSpc>
            </a:pPr>
            <a:r>
              <a:rPr lang="en-US" b="true" sz="2800" spc="140">
                <a:solidFill>
                  <a:srgbClr val="000000"/>
                </a:solidFill>
                <a:latin typeface="Cartograph Mono Bold"/>
                <a:ea typeface="Cartograph Mono Bold"/>
                <a:cs typeface="Cartograph Mono Bold"/>
                <a:sym typeface="Cartograph Mono Bold"/>
              </a:rPr>
              <a:t>STEP 2: LEVY FLIGHT MECHANISM</a:t>
            </a:r>
          </a:p>
        </p:txBody>
      </p:sp>
      <p:sp>
        <p:nvSpPr>
          <p:cNvPr name="TextBox 30" id="30"/>
          <p:cNvSpPr txBox="true"/>
          <p:nvPr/>
        </p:nvSpPr>
        <p:spPr>
          <a:xfrm rot="0">
            <a:off x="12441602" y="4332169"/>
            <a:ext cx="4318108" cy="4080004"/>
          </a:xfrm>
          <a:prstGeom prst="rect">
            <a:avLst/>
          </a:prstGeom>
        </p:spPr>
        <p:txBody>
          <a:bodyPr anchor="t" rtlCol="false" tIns="0" lIns="0" bIns="0" rIns="0">
            <a:spAutoFit/>
          </a:bodyPr>
          <a:lstStyle/>
          <a:p>
            <a:pPr algn="l" marL="934103" indent="-311368" lvl="2">
              <a:lnSpc>
                <a:spcPts val="3244"/>
              </a:lnSpc>
              <a:buFont typeface="Arial"/>
              <a:buChar char="⚬"/>
            </a:pPr>
            <a:r>
              <a:rPr lang="en-US" sz="2163">
                <a:solidFill>
                  <a:srgbClr val="000000"/>
                </a:solidFill>
                <a:latin typeface="Cartograph Mono"/>
                <a:ea typeface="Cartograph Mono"/>
                <a:cs typeface="Cartograph Mono"/>
                <a:sym typeface="Cartograph Mono"/>
              </a:rPr>
              <a:t>The Levy Flight function adds randomness to avoid getting stuck in local optima.</a:t>
            </a:r>
          </a:p>
          <a:p>
            <a:pPr algn="l" marL="934103" indent="-311368" lvl="2">
              <a:lnSpc>
                <a:spcPts val="3244"/>
              </a:lnSpc>
              <a:buFont typeface="Arial"/>
              <a:buChar char="⚬"/>
            </a:pPr>
            <a:r>
              <a:rPr lang="en-US" sz="2163">
                <a:solidFill>
                  <a:srgbClr val="000000"/>
                </a:solidFill>
                <a:latin typeface="Cartograph Mono"/>
                <a:ea typeface="Cartograph Mono"/>
                <a:cs typeface="Cartograph Mono"/>
                <a:sym typeface="Cartograph Mono"/>
              </a:rPr>
              <a:t>It helps dragonflies explore different possible allocations.</a:t>
            </a:r>
          </a:p>
          <a:p>
            <a:pPr algn="l" marL="0" indent="0" lvl="0">
              <a:lnSpc>
                <a:spcPts val="3244"/>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6F2F2"/>
        </a:solidFill>
      </p:bgPr>
    </p:bg>
    <p:spTree>
      <p:nvGrpSpPr>
        <p:cNvPr id="1" name=""/>
        <p:cNvGrpSpPr/>
        <p:nvPr/>
      </p:nvGrpSpPr>
      <p:grpSpPr>
        <a:xfrm>
          <a:off x="0" y="0"/>
          <a:ext cx="0" cy="0"/>
          <a:chOff x="0" y="0"/>
          <a:chExt cx="0" cy="0"/>
        </a:xfrm>
      </p:grpSpPr>
      <p:grpSp>
        <p:nvGrpSpPr>
          <p:cNvPr name="Group 2" id="2"/>
          <p:cNvGrpSpPr/>
          <p:nvPr/>
        </p:nvGrpSpPr>
        <p:grpSpPr>
          <a:xfrm rot="0">
            <a:off x="666750" y="1472354"/>
            <a:ext cx="16954500" cy="8147896"/>
            <a:chOff x="0" y="0"/>
            <a:chExt cx="32818334" cy="15771645"/>
          </a:xfrm>
        </p:grpSpPr>
        <p:sp>
          <p:nvSpPr>
            <p:cNvPr name="Freeform 3" id="3"/>
            <p:cNvSpPr/>
            <p:nvPr/>
          </p:nvSpPr>
          <p:spPr>
            <a:xfrm flipH="false" flipV="false" rot="0">
              <a:off x="0" y="0"/>
              <a:ext cx="32818335" cy="15771645"/>
            </a:xfrm>
            <a:custGeom>
              <a:avLst/>
              <a:gdLst/>
              <a:ahLst/>
              <a:cxnLst/>
              <a:rect r="r" b="b" t="t" l="l"/>
              <a:pathLst>
                <a:path h="15771645" w="32818335">
                  <a:moveTo>
                    <a:pt x="0" y="0"/>
                  </a:moveTo>
                  <a:lnTo>
                    <a:pt x="0" y="15771645"/>
                  </a:lnTo>
                  <a:lnTo>
                    <a:pt x="32818335" y="15771645"/>
                  </a:lnTo>
                  <a:lnTo>
                    <a:pt x="32818335" y="0"/>
                  </a:lnTo>
                  <a:lnTo>
                    <a:pt x="0" y="0"/>
                  </a:lnTo>
                  <a:close/>
                  <a:moveTo>
                    <a:pt x="32757374" y="15710684"/>
                  </a:moveTo>
                  <a:lnTo>
                    <a:pt x="59690" y="15710684"/>
                  </a:lnTo>
                  <a:lnTo>
                    <a:pt x="59690" y="59690"/>
                  </a:lnTo>
                  <a:lnTo>
                    <a:pt x="32757374" y="59690"/>
                  </a:lnTo>
                  <a:lnTo>
                    <a:pt x="32757374" y="15710684"/>
                  </a:lnTo>
                  <a:close/>
                </a:path>
              </a:pathLst>
            </a:custGeom>
            <a:solidFill>
              <a:srgbClr val="000000"/>
            </a:solidFill>
          </p:spPr>
        </p:sp>
      </p:grpSp>
      <p:grpSp>
        <p:nvGrpSpPr>
          <p:cNvPr name="Group 4" id="4"/>
          <p:cNvGrpSpPr/>
          <p:nvPr/>
        </p:nvGrpSpPr>
        <p:grpSpPr>
          <a:xfrm rot="0">
            <a:off x="666750" y="1472354"/>
            <a:ext cx="5690785" cy="8147896"/>
            <a:chOff x="0" y="0"/>
            <a:chExt cx="28826976" cy="41273602"/>
          </a:xfrm>
        </p:grpSpPr>
        <p:sp>
          <p:nvSpPr>
            <p:cNvPr name="Freeform 5" id="5"/>
            <p:cNvSpPr/>
            <p:nvPr/>
          </p:nvSpPr>
          <p:spPr>
            <a:xfrm flipH="false" flipV="false" rot="0">
              <a:off x="72390" y="72390"/>
              <a:ext cx="28682196" cy="41128822"/>
            </a:xfrm>
            <a:custGeom>
              <a:avLst/>
              <a:gdLst/>
              <a:ahLst/>
              <a:cxnLst/>
              <a:rect r="r" b="b" t="t" l="l"/>
              <a:pathLst>
                <a:path h="41128822" w="28682196">
                  <a:moveTo>
                    <a:pt x="0" y="0"/>
                  </a:moveTo>
                  <a:lnTo>
                    <a:pt x="28682196" y="0"/>
                  </a:lnTo>
                  <a:lnTo>
                    <a:pt x="28682196" y="41128822"/>
                  </a:lnTo>
                  <a:lnTo>
                    <a:pt x="0" y="41128822"/>
                  </a:lnTo>
                  <a:lnTo>
                    <a:pt x="0" y="0"/>
                  </a:lnTo>
                  <a:close/>
                </a:path>
              </a:pathLst>
            </a:custGeom>
            <a:solidFill>
              <a:srgbClr val="FFEBE3"/>
            </a:solidFill>
          </p:spPr>
        </p:sp>
        <p:sp>
          <p:nvSpPr>
            <p:cNvPr name="Freeform 6" id="6"/>
            <p:cNvSpPr/>
            <p:nvPr/>
          </p:nvSpPr>
          <p:spPr>
            <a:xfrm flipH="false" flipV="false" rot="0">
              <a:off x="0" y="0"/>
              <a:ext cx="28826975" cy="41273602"/>
            </a:xfrm>
            <a:custGeom>
              <a:avLst/>
              <a:gdLst/>
              <a:ahLst/>
              <a:cxnLst/>
              <a:rect r="r" b="b" t="t" l="l"/>
              <a:pathLst>
                <a:path h="41273602" w="28826975">
                  <a:moveTo>
                    <a:pt x="28682197" y="41128823"/>
                  </a:moveTo>
                  <a:lnTo>
                    <a:pt x="28826975" y="41128823"/>
                  </a:lnTo>
                  <a:lnTo>
                    <a:pt x="28826975" y="41273602"/>
                  </a:lnTo>
                  <a:lnTo>
                    <a:pt x="28682197" y="41273602"/>
                  </a:lnTo>
                  <a:lnTo>
                    <a:pt x="28682197" y="41128823"/>
                  </a:lnTo>
                  <a:close/>
                  <a:moveTo>
                    <a:pt x="0" y="144780"/>
                  </a:moveTo>
                  <a:lnTo>
                    <a:pt x="144780" y="144780"/>
                  </a:lnTo>
                  <a:lnTo>
                    <a:pt x="144780" y="41128823"/>
                  </a:lnTo>
                  <a:lnTo>
                    <a:pt x="0" y="41128823"/>
                  </a:lnTo>
                  <a:lnTo>
                    <a:pt x="0" y="144780"/>
                  </a:lnTo>
                  <a:close/>
                  <a:moveTo>
                    <a:pt x="0" y="41128823"/>
                  </a:moveTo>
                  <a:lnTo>
                    <a:pt x="144780" y="41128823"/>
                  </a:lnTo>
                  <a:lnTo>
                    <a:pt x="144780" y="41273602"/>
                  </a:lnTo>
                  <a:lnTo>
                    <a:pt x="0" y="41273602"/>
                  </a:lnTo>
                  <a:lnTo>
                    <a:pt x="0" y="41128823"/>
                  </a:lnTo>
                  <a:close/>
                  <a:moveTo>
                    <a:pt x="28682197" y="144780"/>
                  </a:moveTo>
                  <a:lnTo>
                    <a:pt x="28826975" y="144780"/>
                  </a:lnTo>
                  <a:lnTo>
                    <a:pt x="28826975" y="41128823"/>
                  </a:lnTo>
                  <a:lnTo>
                    <a:pt x="28682197" y="41128823"/>
                  </a:lnTo>
                  <a:lnTo>
                    <a:pt x="28682197" y="144780"/>
                  </a:lnTo>
                  <a:close/>
                  <a:moveTo>
                    <a:pt x="144780" y="41128823"/>
                  </a:moveTo>
                  <a:lnTo>
                    <a:pt x="28682197" y="41128823"/>
                  </a:lnTo>
                  <a:lnTo>
                    <a:pt x="28682197" y="41273602"/>
                  </a:lnTo>
                  <a:lnTo>
                    <a:pt x="144780" y="41273602"/>
                  </a:lnTo>
                  <a:lnTo>
                    <a:pt x="144780" y="41128823"/>
                  </a:lnTo>
                  <a:close/>
                  <a:moveTo>
                    <a:pt x="28682197" y="0"/>
                  </a:moveTo>
                  <a:lnTo>
                    <a:pt x="28826975" y="0"/>
                  </a:lnTo>
                  <a:lnTo>
                    <a:pt x="28826975" y="144780"/>
                  </a:lnTo>
                  <a:lnTo>
                    <a:pt x="28682197" y="144780"/>
                  </a:lnTo>
                  <a:lnTo>
                    <a:pt x="28682197" y="0"/>
                  </a:lnTo>
                  <a:close/>
                  <a:moveTo>
                    <a:pt x="0" y="0"/>
                  </a:moveTo>
                  <a:lnTo>
                    <a:pt x="144780" y="0"/>
                  </a:lnTo>
                  <a:lnTo>
                    <a:pt x="144780" y="144780"/>
                  </a:lnTo>
                  <a:lnTo>
                    <a:pt x="0" y="144780"/>
                  </a:lnTo>
                  <a:lnTo>
                    <a:pt x="0" y="0"/>
                  </a:lnTo>
                  <a:close/>
                  <a:moveTo>
                    <a:pt x="144780" y="0"/>
                  </a:moveTo>
                  <a:lnTo>
                    <a:pt x="28682197" y="0"/>
                  </a:lnTo>
                  <a:lnTo>
                    <a:pt x="28682197" y="144780"/>
                  </a:lnTo>
                  <a:lnTo>
                    <a:pt x="144780" y="144780"/>
                  </a:lnTo>
                  <a:lnTo>
                    <a:pt x="144780" y="0"/>
                  </a:lnTo>
                  <a:close/>
                </a:path>
              </a:pathLst>
            </a:custGeom>
            <a:solidFill>
              <a:srgbClr val="000000"/>
            </a:solidFill>
          </p:spPr>
        </p:sp>
      </p:grpSp>
      <p:grpSp>
        <p:nvGrpSpPr>
          <p:cNvPr name="Group 7" id="7"/>
          <p:cNvGrpSpPr/>
          <p:nvPr/>
        </p:nvGrpSpPr>
        <p:grpSpPr>
          <a:xfrm rot="0">
            <a:off x="666750" y="666750"/>
            <a:ext cx="16954500" cy="866314"/>
            <a:chOff x="0" y="0"/>
            <a:chExt cx="90918020" cy="4645584"/>
          </a:xfrm>
        </p:grpSpPr>
        <p:sp>
          <p:nvSpPr>
            <p:cNvPr name="Freeform 8" id="8"/>
            <p:cNvSpPr/>
            <p:nvPr/>
          </p:nvSpPr>
          <p:spPr>
            <a:xfrm flipH="false" flipV="false" rot="0">
              <a:off x="72390" y="72390"/>
              <a:ext cx="90773240" cy="4500805"/>
            </a:xfrm>
            <a:custGeom>
              <a:avLst/>
              <a:gdLst/>
              <a:ahLst/>
              <a:cxnLst/>
              <a:rect r="r" b="b" t="t" l="l"/>
              <a:pathLst>
                <a:path h="4500805" w="90773240">
                  <a:moveTo>
                    <a:pt x="0" y="0"/>
                  </a:moveTo>
                  <a:lnTo>
                    <a:pt x="90773240" y="0"/>
                  </a:lnTo>
                  <a:lnTo>
                    <a:pt x="90773240" y="4500805"/>
                  </a:lnTo>
                  <a:lnTo>
                    <a:pt x="0" y="4500805"/>
                  </a:lnTo>
                  <a:lnTo>
                    <a:pt x="0" y="0"/>
                  </a:lnTo>
                  <a:close/>
                </a:path>
              </a:pathLst>
            </a:custGeom>
            <a:solidFill>
              <a:srgbClr val="9DCED8"/>
            </a:solidFill>
          </p:spPr>
        </p:sp>
        <p:sp>
          <p:nvSpPr>
            <p:cNvPr name="Freeform 9" id="9"/>
            <p:cNvSpPr/>
            <p:nvPr/>
          </p:nvSpPr>
          <p:spPr>
            <a:xfrm flipH="false" flipV="false" rot="0">
              <a:off x="0" y="0"/>
              <a:ext cx="90918023" cy="4645584"/>
            </a:xfrm>
            <a:custGeom>
              <a:avLst/>
              <a:gdLst/>
              <a:ahLst/>
              <a:cxnLst/>
              <a:rect r="r" b="b" t="t" l="l"/>
              <a:pathLst>
                <a:path h="4645584" w="90918023">
                  <a:moveTo>
                    <a:pt x="90773238" y="4500804"/>
                  </a:moveTo>
                  <a:lnTo>
                    <a:pt x="90918023" y="4500804"/>
                  </a:lnTo>
                  <a:lnTo>
                    <a:pt x="90918023" y="4645584"/>
                  </a:lnTo>
                  <a:lnTo>
                    <a:pt x="90773238" y="4645584"/>
                  </a:lnTo>
                  <a:lnTo>
                    <a:pt x="90773238" y="4500804"/>
                  </a:lnTo>
                  <a:close/>
                  <a:moveTo>
                    <a:pt x="0" y="144780"/>
                  </a:moveTo>
                  <a:lnTo>
                    <a:pt x="144780" y="144780"/>
                  </a:lnTo>
                  <a:lnTo>
                    <a:pt x="144780" y="4500804"/>
                  </a:lnTo>
                  <a:lnTo>
                    <a:pt x="0" y="4500804"/>
                  </a:lnTo>
                  <a:lnTo>
                    <a:pt x="0" y="144780"/>
                  </a:lnTo>
                  <a:close/>
                  <a:moveTo>
                    <a:pt x="0" y="4500804"/>
                  </a:moveTo>
                  <a:lnTo>
                    <a:pt x="144780" y="4500804"/>
                  </a:lnTo>
                  <a:lnTo>
                    <a:pt x="144780" y="4645584"/>
                  </a:lnTo>
                  <a:lnTo>
                    <a:pt x="0" y="4645584"/>
                  </a:lnTo>
                  <a:lnTo>
                    <a:pt x="0" y="4500804"/>
                  </a:lnTo>
                  <a:close/>
                  <a:moveTo>
                    <a:pt x="90773238" y="144780"/>
                  </a:moveTo>
                  <a:lnTo>
                    <a:pt x="90918023" y="144780"/>
                  </a:lnTo>
                  <a:lnTo>
                    <a:pt x="90918023" y="4500804"/>
                  </a:lnTo>
                  <a:lnTo>
                    <a:pt x="90773238" y="4500804"/>
                  </a:lnTo>
                  <a:lnTo>
                    <a:pt x="90773238" y="144780"/>
                  </a:lnTo>
                  <a:close/>
                  <a:moveTo>
                    <a:pt x="144780" y="4500804"/>
                  </a:moveTo>
                  <a:lnTo>
                    <a:pt x="90773238" y="4500804"/>
                  </a:lnTo>
                  <a:lnTo>
                    <a:pt x="90773238" y="4645584"/>
                  </a:lnTo>
                  <a:lnTo>
                    <a:pt x="144780" y="4645584"/>
                  </a:lnTo>
                  <a:lnTo>
                    <a:pt x="144780" y="4500804"/>
                  </a:lnTo>
                  <a:close/>
                  <a:moveTo>
                    <a:pt x="90773238" y="0"/>
                  </a:moveTo>
                  <a:lnTo>
                    <a:pt x="90918023" y="0"/>
                  </a:lnTo>
                  <a:lnTo>
                    <a:pt x="90918023" y="144780"/>
                  </a:lnTo>
                  <a:lnTo>
                    <a:pt x="90773238" y="144780"/>
                  </a:lnTo>
                  <a:lnTo>
                    <a:pt x="90773238" y="0"/>
                  </a:lnTo>
                  <a:close/>
                  <a:moveTo>
                    <a:pt x="0" y="0"/>
                  </a:moveTo>
                  <a:lnTo>
                    <a:pt x="144780" y="0"/>
                  </a:lnTo>
                  <a:lnTo>
                    <a:pt x="144780" y="144780"/>
                  </a:lnTo>
                  <a:lnTo>
                    <a:pt x="0" y="144780"/>
                  </a:lnTo>
                  <a:lnTo>
                    <a:pt x="0" y="0"/>
                  </a:lnTo>
                  <a:close/>
                  <a:moveTo>
                    <a:pt x="144780" y="0"/>
                  </a:moveTo>
                  <a:lnTo>
                    <a:pt x="90773238" y="0"/>
                  </a:lnTo>
                  <a:lnTo>
                    <a:pt x="90773238" y="144780"/>
                  </a:lnTo>
                  <a:lnTo>
                    <a:pt x="144780" y="144780"/>
                  </a:lnTo>
                  <a:lnTo>
                    <a:pt x="144780" y="0"/>
                  </a:lnTo>
                  <a:close/>
                </a:path>
              </a:pathLst>
            </a:custGeom>
            <a:solidFill>
              <a:srgbClr val="000000"/>
            </a:solidFill>
          </p:spPr>
        </p:sp>
      </p:grpSp>
      <p:grpSp>
        <p:nvGrpSpPr>
          <p:cNvPr name="Group 10" id="10"/>
          <p:cNvGrpSpPr>
            <a:grpSpLocks noChangeAspect="true"/>
          </p:cNvGrpSpPr>
          <p:nvPr/>
        </p:nvGrpSpPr>
        <p:grpSpPr>
          <a:xfrm rot="0">
            <a:off x="1219200" y="959306"/>
            <a:ext cx="281202" cy="281202"/>
            <a:chOff x="0" y="0"/>
            <a:chExt cx="495300" cy="495300"/>
          </a:xfrm>
        </p:grpSpPr>
        <p:sp>
          <p:nvSpPr>
            <p:cNvPr name="Freeform 11" id="11"/>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2" id="12"/>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4B9B7"/>
            </a:solidFill>
          </p:spPr>
        </p:sp>
      </p:grpSp>
      <p:grpSp>
        <p:nvGrpSpPr>
          <p:cNvPr name="Group 13" id="13"/>
          <p:cNvGrpSpPr>
            <a:grpSpLocks noChangeAspect="true"/>
          </p:cNvGrpSpPr>
          <p:nvPr/>
        </p:nvGrpSpPr>
        <p:grpSpPr>
          <a:xfrm rot="0">
            <a:off x="1742282" y="959306"/>
            <a:ext cx="281202" cy="281202"/>
            <a:chOff x="0" y="0"/>
            <a:chExt cx="495300" cy="495300"/>
          </a:xfrm>
        </p:grpSpPr>
        <p:sp>
          <p:nvSpPr>
            <p:cNvPr name="Freeform 14" id="14"/>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5" id="15"/>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AD486"/>
            </a:solidFill>
          </p:spPr>
        </p:sp>
      </p:grpSp>
      <p:grpSp>
        <p:nvGrpSpPr>
          <p:cNvPr name="Group 16" id="16"/>
          <p:cNvGrpSpPr>
            <a:grpSpLocks noChangeAspect="true"/>
          </p:cNvGrpSpPr>
          <p:nvPr/>
        </p:nvGrpSpPr>
        <p:grpSpPr>
          <a:xfrm rot="0">
            <a:off x="2265364" y="959306"/>
            <a:ext cx="281202" cy="281202"/>
            <a:chOff x="0" y="0"/>
            <a:chExt cx="495300" cy="495300"/>
          </a:xfrm>
        </p:grpSpPr>
        <p:sp>
          <p:nvSpPr>
            <p:cNvPr name="Freeform 17" id="17"/>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8" id="18"/>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CAE4BA"/>
            </a:solidFill>
          </p:spPr>
        </p:sp>
      </p:grpSp>
      <p:sp>
        <p:nvSpPr>
          <p:cNvPr name="Freeform 19" id="19"/>
          <p:cNvSpPr/>
          <p:nvPr/>
        </p:nvSpPr>
        <p:spPr>
          <a:xfrm flipH="false" flipV="false" rot="0">
            <a:off x="16759710" y="945362"/>
            <a:ext cx="309090" cy="309090"/>
          </a:xfrm>
          <a:custGeom>
            <a:avLst/>
            <a:gdLst/>
            <a:ahLst/>
            <a:cxnLst/>
            <a:rect r="r" b="b" t="t" l="l"/>
            <a:pathLst>
              <a:path h="309090" w="309090">
                <a:moveTo>
                  <a:pt x="0" y="0"/>
                </a:moveTo>
                <a:lnTo>
                  <a:pt x="309090" y="0"/>
                </a:lnTo>
                <a:lnTo>
                  <a:pt x="309090" y="309090"/>
                </a:lnTo>
                <a:lnTo>
                  <a:pt x="0" y="3090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0" id="20"/>
          <p:cNvGrpSpPr/>
          <p:nvPr/>
        </p:nvGrpSpPr>
        <p:grpSpPr>
          <a:xfrm rot="0">
            <a:off x="7563329" y="3063605"/>
            <a:ext cx="4457585" cy="5739824"/>
            <a:chOff x="0" y="0"/>
            <a:chExt cx="22580138" cy="29075385"/>
          </a:xfrm>
        </p:grpSpPr>
        <p:sp>
          <p:nvSpPr>
            <p:cNvPr name="Freeform 21" id="21"/>
            <p:cNvSpPr/>
            <p:nvPr/>
          </p:nvSpPr>
          <p:spPr>
            <a:xfrm flipH="false" flipV="false" rot="0">
              <a:off x="72390" y="72390"/>
              <a:ext cx="22435359" cy="28930606"/>
            </a:xfrm>
            <a:custGeom>
              <a:avLst/>
              <a:gdLst/>
              <a:ahLst/>
              <a:cxnLst/>
              <a:rect r="r" b="b" t="t" l="l"/>
              <a:pathLst>
                <a:path h="28930606" w="22435359">
                  <a:moveTo>
                    <a:pt x="0" y="0"/>
                  </a:moveTo>
                  <a:lnTo>
                    <a:pt x="22435359" y="0"/>
                  </a:lnTo>
                  <a:lnTo>
                    <a:pt x="22435359" y="28930606"/>
                  </a:lnTo>
                  <a:lnTo>
                    <a:pt x="0" y="28930606"/>
                  </a:lnTo>
                  <a:lnTo>
                    <a:pt x="0" y="0"/>
                  </a:lnTo>
                  <a:close/>
                </a:path>
              </a:pathLst>
            </a:custGeom>
            <a:solidFill>
              <a:srgbClr val="EAD486"/>
            </a:solidFill>
          </p:spPr>
        </p:sp>
        <p:sp>
          <p:nvSpPr>
            <p:cNvPr name="Freeform 22" id="22"/>
            <p:cNvSpPr/>
            <p:nvPr/>
          </p:nvSpPr>
          <p:spPr>
            <a:xfrm flipH="false" flipV="false" rot="0">
              <a:off x="0" y="0"/>
              <a:ext cx="22580138" cy="29075385"/>
            </a:xfrm>
            <a:custGeom>
              <a:avLst/>
              <a:gdLst/>
              <a:ahLst/>
              <a:cxnLst/>
              <a:rect r="r" b="b" t="t" l="l"/>
              <a:pathLst>
                <a:path h="29075385" w="22580138">
                  <a:moveTo>
                    <a:pt x="22435358" y="28930606"/>
                  </a:moveTo>
                  <a:lnTo>
                    <a:pt x="22580138" y="28930606"/>
                  </a:lnTo>
                  <a:lnTo>
                    <a:pt x="22580138" y="29075385"/>
                  </a:lnTo>
                  <a:lnTo>
                    <a:pt x="22435358" y="29075385"/>
                  </a:lnTo>
                  <a:lnTo>
                    <a:pt x="22435358" y="28930606"/>
                  </a:lnTo>
                  <a:close/>
                  <a:moveTo>
                    <a:pt x="0" y="144780"/>
                  </a:moveTo>
                  <a:lnTo>
                    <a:pt x="144780" y="144780"/>
                  </a:lnTo>
                  <a:lnTo>
                    <a:pt x="144780" y="28930606"/>
                  </a:lnTo>
                  <a:lnTo>
                    <a:pt x="0" y="28930606"/>
                  </a:lnTo>
                  <a:lnTo>
                    <a:pt x="0" y="144780"/>
                  </a:lnTo>
                  <a:close/>
                  <a:moveTo>
                    <a:pt x="0" y="28930606"/>
                  </a:moveTo>
                  <a:lnTo>
                    <a:pt x="144780" y="28930606"/>
                  </a:lnTo>
                  <a:lnTo>
                    <a:pt x="144780" y="29075385"/>
                  </a:lnTo>
                  <a:lnTo>
                    <a:pt x="0" y="29075385"/>
                  </a:lnTo>
                  <a:lnTo>
                    <a:pt x="0" y="28930606"/>
                  </a:lnTo>
                  <a:close/>
                  <a:moveTo>
                    <a:pt x="22435358" y="144780"/>
                  </a:moveTo>
                  <a:lnTo>
                    <a:pt x="22580138" y="144780"/>
                  </a:lnTo>
                  <a:lnTo>
                    <a:pt x="22580138" y="28930606"/>
                  </a:lnTo>
                  <a:lnTo>
                    <a:pt x="22435358" y="28930606"/>
                  </a:lnTo>
                  <a:lnTo>
                    <a:pt x="22435358" y="144780"/>
                  </a:lnTo>
                  <a:close/>
                  <a:moveTo>
                    <a:pt x="144780" y="28930606"/>
                  </a:moveTo>
                  <a:lnTo>
                    <a:pt x="22435358" y="28930606"/>
                  </a:lnTo>
                  <a:lnTo>
                    <a:pt x="22435358" y="29075385"/>
                  </a:lnTo>
                  <a:lnTo>
                    <a:pt x="144780" y="29075385"/>
                  </a:lnTo>
                  <a:lnTo>
                    <a:pt x="144780" y="28930606"/>
                  </a:lnTo>
                  <a:close/>
                  <a:moveTo>
                    <a:pt x="22435358" y="0"/>
                  </a:moveTo>
                  <a:lnTo>
                    <a:pt x="22580138" y="0"/>
                  </a:lnTo>
                  <a:lnTo>
                    <a:pt x="22580138" y="144780"/>
                  </a:lnTo>
                  <a:lnTo>
                    <a:pt x="22435358" y="144780"/>
                  </a:lnTo>
                  <a:lnTo>
                    <a:pt x="22435358" y="0"/>
                  </a:lnTo>
                  <a:close/>
                  <a:moveTo>
                    <a:pt x="0" y="0"/>
                  </a:moveTo>
                  <a:lnTo>
                    <a:pt x="144780" y="0"/>
                  </a:lnTo>
                  <a:lnTo>
                    <a:pt x="144780" y="144780"/>
                  </a:lnTo>
                  <a:lnTo>
                    <a:pt x="0" y="144780"/>
                  </a:lnTo>
                  <a:lnTo>
                    <a:pt x="0" y="0"/>
                  </a:lnTo>
                  <a:close/>
                  <a:moveTo>
                    <a:pt x="144780" y="0"/>
                  </a:moveTo>
                  <a:lnTo>
                    <a:pt x="22435358" y="0"/>
                  </a:lnTo>
                  <a:lnTo>
                    <a:pt x="22435358" y="144780"/>
                  </a:lnTo>
                  <a:lnTo>
                    <a:pt x="144780" y="144780"/>
                  </a:lnTo>
                  <a:lnTo>
                    <a:pt x="144780" y="0"/>
                  </a:lnTo>
                  <a:close/>
                </a:path>
              </a:pathLst>
            </a:custGeom>
            <a:solidFill>
              <a:srgbClr val="000000"/>
            </a:solidFill>
          </p:spPr>
        </p:sp>
      </p:grpSp>
      <p:grpSp>
        <p:nvGrpSpPr>
          <p:cNvPr name="Group 23" id="23"/>
          <p:cNvGrpSpPr/>
          <p:nvPr/>
        </p:nvGrpSpPr>
        <p:grpSpPr>
          <a:xfrm rot="0">
            <a:off x="12592165" y="3063605"/>
            <a:ext cx="4457585" cy="5739824"/>
            <a:chOff x="0" y="0"/>
            <a:chExt cx="22580138" cy="29075385"/>
          </a:xfrm>
        </p:grpSpPr>
        <p:sp>
          <p:nvSpPr>
            <p:cNvPr name="Freeform 24" id="24"/>
            <p:cNvSpPr/>
            <p:nvPr/>
          </p:nvSpPr>
          <p:spPr>
            <a:xfrm flipH="false" flipV="false" rot="0">
              <a:off x="72390" y="72390"/>
              <a:ext cx="22435359" cy="28930606"/>
            </a:xfrm>
            <a:custGeom>
              <a:avLst/>
              <a:gdLst/>
              <a:ahLst/>
              <a:cxnLst/>
              <a:rect r="r" b="b" t="t" l="l"/>
              <a:pathLst>
                <a:path h="28930606" w="22435359">
                  <a:moveTo>
                    <a:pt x="0" y="0"/>
                  </a:moveTo>
                  <a:lnTo>
                    <a:pt x="22435359" y="0"/>
                  </a:lnTo>
                  <a:lnTo>
                    <a:pt x="22435359" y="28930606"/>
                  </a:lnTo>
                  <a:lnTo>
                    <a:pt x="0" y="28930606"/>
                  </a:lnTo>
                  <a:lnTo>
                    <a:pt x="0" y="0"/>
                  </a:lnTo>
                  <a:close/>
                </a:path>
              </a:pathLst>
            </a:custGeom>
            <a:solidFill>
              <a:srgbClr val="EAD486"/>
            </a:solidFill>
          </p:spPr>
        </p:sp>
        <p:sp>
          <p:nvSpPr>
            <p:cNvPr name="Freeform 25" id="25"/>
            <p:cNvSpPr/>
            <p:nvPr/>
          </p:nvSpPr>
          <p:spPr>
            <a:xfrm flipH="false" flipV="false" rot="0">
              <a:off x="0" y="0"/>
              <a:ext cx="22580138" cy="29075385"/>
            </a:xfrm>
            <a:custGeom>
              <a:avLst/>
              <a:gdLst/>
              <a:ahLst/>
              <a:cxnLst/>
              <a:rect r="r" b="b" t="t" l="l"/>
              <a:pathLst>
                <a:path h="29075385" w="22580138">
                  <a:moveTo>
                    <a:pt x="22435358" y="28930606"/>
                  </a:moveTo>
                  <a:lnTo>
                    <a:pt x="22580138" y="28930606"/>
                  </a:lnTo>
                  <a:lnTo>
                    <a:pt x="22580138" y="29075385"/>
                  </a:lnTo>
                  <a:lnTo>
                    <a:pt x="22435358" y="29075385"/>
                  </a:lnTo>
                  <a:lnTo>
                    <a:pt x="22435358" y="28930606"/>
                  </a:lnTo>
                  <a:close/>
                  <a:moveTo>
                    <a:pt x="0" y="144780"/>
                  </a:moveTo>
                  <a:lnTo>
                    <a:pt x="144780" y="144780"/>
                  </a:lnTo>
                  <a:lnTo>
                    <a:pt x="144780" y="28930606"/>
                  </a:lnTo>
                  <a:lnTo>
                    <a:pt x="0" y="28930606"/>
                  </a:lnTo>
                  <a:lnTo>
                    <a:pt x="0" y="144780"/>
                  </a:lnTo>
                  <a:close/>
                  <a:moveTo>
                    <a:pt x="0" y="28930606"/>
                  </a:moveTo>
                  <a:lnTo>
                    <a:pt x="144780" y="28930606"/>
                  </a:lnTo>
                  <a:lnTo>
                    <a:pt x="144780" y="29075385"/>
                  </a:lnTo>
                  <a:lnTo>
                    <a:pt x="0" y="29075385"/>
                  </a:lnTo>
                  <a:lnTo>
                    <a:pt x="0" y="28930606"/>
                  </a:lnTo>
                  <a:close/>
                  <a:moveTo>
                    <a:pt x="22435358" y="144780"/>
                  </a:moveTo>
                  <a:lnTo>
                    <a:pt x="22580138" y="144780"/>
                  </a:lnTo>
                  <a:lnTo>
                    <a:pt x="22580138" y="28930606"/>
                  </a:lnTo>
                  <a:lnTo>
                    <a:pt x="22435358" y="28930606"/>
                  </a:lnTo>
                  <a:lnTo>
                    <a:pt x="22435358" y="144780"/>
                  </a:lnTo>
                  <a:close/>
                  <a:moveTo>
                    <a:pt x="144780" y="28930606"/>
                  </a:moveTo>
                  <a:lnTo>
                    <a:pt x="22435358" y="28930606"/>
                  </a:lnTo>
                  <a:lnTo>
                    <a:pt x="22435358" y="29075385"/>
                  </a:lnTo>
                  <a:lnTo>
                    <a:pt x="144780" y="29075385"/>
                  </a:lnTo>
                  <a:lnTo>
                    <a:pt x="144780" y="28930606"/>
                  </a:lnTo>
                  <a:close/>
                  <a:moveTo>
                    <a:pt x="22435358" y="0"/>
                  </a:moveTo>
                  <a:lnTo>
                    <a:pt x="22580138" y="0"/>
                  </a:lnTo>
                  <a:lnTo>
                    <a:pt x="22580138" y="144780"/>
                  </a:lnTo>
                  <a:lnTo>
                    <a:pt x="22435358" y="144780"/>
                  </a:lnTo>
                  <a:lnTo>
                    <a:pt x="22435358" y="0"/>
                  </a:lnTo>
                  <a:close/>
                  <a:moveTo>
                    <a:pt x="0" y="0"/>
                  </a:moveTo>
                  <a:lnTo>
                    <a:pt x="144780" y="0"/>
                  </a:lnTo>
                  <a:lnTo>
                    <a:pt x="144780" y="144780"/>
                  </a:lnTo>
                  <a:lnTo>
                    <a:pt x="0" y="144780"/>
                  </a:lnTo>
                  <a:lnTo>
                    <a:pt x="0" y="0"/>
                  </a:lnTo>
                  <a:close/>
                  <a:moveTo>
                    <a:pt x="144780" y="0"/>
                  </a:moveTo>
                  <a:lnTo>
                    <a:pt x="22435358" y="0"/>
                  </a:lnTo>
                  <a:lnTo>
                    <a:pt x="22435358" y="144780"/>
                  </a:lnTo>
                  <a:lnTo>
                    <a:pt x="144780" y="144780"/>
                  </a:lnTo>
                  <a:lnTo>
                    <a:pt x="144780" y="0"/>
                  </a:lnTo>
                  <a:close/>
                </a:path>
              </a:pathLst>
            </a:custGeom>
            <a:solidFill>
              <a:srgbClr val="000000"/>
            </a:solidFill>
          </p:spPr>
        </p:sp>
      </p:grpSp>
      <p:sp>
        <p:nvSpPr>
          <p:cNvPr name="TextBox 26" id="26"/>
          <p:cNvSpPr txBox="true"/>
          <p:nvPr/>
        </p:nvSpPr>
        <p:spPr>
          <a:xfrm rot="0">
            <a:off x="815866" y="4037542"/>
            <a:ext cx="5541669" cy="3093720"/>
          </a:xfrm>
          <a:prstGeom prst="rect">
            <a:avLst/>
          </a:prstGeom>
        </p:spPr>
        <p:txBody>
          <a:bodyPr anchor="t" rtlCol="false" tIns="0" lIns="0" bIns="0" rIns="0">
            <a:spAutoFit/>
          </a:bodyPr>
          <a:lstStyle/>
          <a:p>
            <a:pPr algn="l">
              <a:lnSpc>
                <a:spcPts val="4800"/>
              </a:lnSpc>
            </a:pPr>
            <a:r>
              <a:rPr lang="en-US" sz="4800" b="true">
                <a:solidFill>
                  <a:srgbClr val="000000"/>
                </a:solidFill>
                <a:latin typeface="Courier Prime Bold"/>
                <a:ea typeface="Courier Prime Bold"/>
                <a:cs typeface="Courier Prime Bold"/>
                <a:sym typeface="Courier Prime Bold"/>
              </a:rPr>
              <a:t>Module Three:Dragonfly Algorithm Optimization</a:t>
            </a:r>
          </a:p>
          <a:p>
            <a:pPr algn="l" marL="0" indent="0" lvl="0">
              <a:lnSpc>
                <a:spcPts val="4800"/>
              </a:lnSpc>
              <a:spcBef>
                <a:spcPct val="0"/>
              </a:spcBef>
            </a:pPr>
          </a:p>
        </p:txBody>
      </p:sp>
      <p:sp>
        <p:nvSpPr>
          <p:cNvPr name="TextBox 27" id="27"/>
          <p:cNvSpPr txBox="true"/>
          <p:nvPr/>
        </p:nvSpPr>
        <p:spPr>
          <a:xfrm rot="0">
            <a:off x="7279549" y="2041525"/>
            <a:ext cx="4741365" cy="728345"/>
          </a:xfrm>
          <a:prstGeom prst="rect">
            <a:avLst/>
          </a:prstGeom>
        </p:spPr>
        <p:txBody>
          <a:bodyPr anchor="t" rtlCol="false" tIns="0" lIns="0" bIns="0" rIns="0">
            <a:spAutoFit/>
          </a:bodyPr>
          <a:lstStyle/>
          <a:p>
            <a:pPr algn="just">
              <a:lnSpc>
                <a:spcPts val="2800"/>
              </a:lnSpc>
            </a:pPr>
            <a:r>
              <a:rPr lang="en-US" b="true" sz="2800" spc="140">
                <a:solidFill>
                  <a:srgbClr val="000000"/>
                </a:solidFill>
                <a:latin typeface="Cartograph Mono Bold"/>
                <a:ea typeface="Cartograph Mono Bold"/>
                <a:cs typeface="Cartograph Mono Bold"/>
                <a:sym typeface="Cartograph Mono Bold"/>
              </a:rPr>
              <a:t>STEP 3: ATTRACTION &amp; REPULSION BEHAVIOR</a:t>
            </a:r>
          </a:p>
        </p:txBody>
      </p:sp>
      <p:sp>
        <p:nvSpPr>
          <p:cNvPr name="TextBox 28" id="28"/>
          <p:cNvSpPr txBox="true"/>
          <p:nvPr/>
        </p:nvSpPr>
        <p:spPr>
          <a:xfrm rot="0">
            <a:off x="7279549" y="3617037"/>
            <a:ext cx="4479640" cy="4556760"/>
          </a:xfrm>
          <a:prstGeom prst="rect">
            <a:avLst/>
          </a:prstGeom>
        </p:spPr>
        <p:txBody>
          <a:bodyPr anchor="t" rtlCol="false" tIns="0" lIns="0" bIns="0" rIns="0">
            <a:spAutoFit/>
          </a:bodyPr>
          <a:lstStyle/>
          <a:p>
            <a:pPr algn="l" marL="1036320" indent="-345440" lvl="2">
              <a:lnSpc>
                <a:spcPts val="3600"/>
              </a:lnSpc>
              <a:buFont typeface="Arial"/>
              <a:buChar char="⚬"/>
            </a:pPr>
            <a:r>
              <a:rPr lang="en-US" sz="2400">
                <a:solidFill>
                  <a:srgbClr val="000000"/>
                </a:solidFill>
                <a:latin typeface="Cartograph Mono"/>
                <a:ea typeface="Cartograph Mono"/>
                <a:cs typeface="Cartograph Mono"/>
                <a:sym typeface="Cartograph Mono"/>
              </a:rPr>
              <a:t>Dragonflies are either attracted to promising solutions or repelled from bad ones.</a:t>
            </a:r>
          </a:p>
          <a:p>
            <a:pPr algn="l" marL="1036320" indent="-345440" lvl="2">
              <a:lnSpc>
                <a:spcPts val="3600"/>
              </a:lnSpc>
              <a:buFont typeface="Arial"/>
              <a:buChar char="⚬"/>
            </a:pPr>
            <a:r>
              <a:rPr lang="en-US" sz="2400">
                <a:solidFill>
                  <a:srgbClr val="000000"/>
                </a:solidFill>
                <a:latin typeface="Cartograph Mono"/>
                <a:ea typeface="Cartograph Mono"/>
                <a:cs typeface="Cartograph Mono"/>
                <a:sym typeface="Cartograph Mono"/>
              </a:rPr>
              <a:t>This mimics real dragonfly behavior in nature.</a:t>
            </a:r>
          </a:p>
          <a:p>
            <a:pPr algn="l">
              <a:lnSpc>
                <a:spcPts val="3600"/>
              </a:lnSpc>
            </a:pPr>
          </a:p>
        </p:txBody>
      </p:sp>
      <p:sp>
        <p:nvSpPr>
          <p:cNvPr name="TextBox 29" id="29"/>
          <p:cNvSpPr txBox="true"/>
          <p:nvPr/>
        </p:nvSpPr>
        <p:spPr>
          <a:xfrm rot="0">
            <a:off x="12834908" y="2041525"/>
            <a:ext cx="4214842" cy="728345"/>
          </a:xfrm>
          <a:prstGeom prst="rect">
            <a:avLst/>
          </a:prstGeom>
        </p:spPr>
        <p:txBody>
          <a:bodyPr anchor="t" rtlCol="false" tIns="0" lIns="0" bIns="0" rIns="0">
            <a:spAutoFit/>
          </a:bodyPr>
          <a:lstStyle/>
          <a:p>
            <a:pPr algn="l">
              <a:lnSpc>
                <a:spcPts val="2800"/>
              </a:lnSpc>
            </a:pPr>
            <a:r>
              <a:rPr lang="en-US" b="true" sz="2800" spc="140">
                <a:solidFill>
                  <a:srgbClr val="000000"/>
                </a:solidFill>
                <a:latin typeface="Cartograph Mono Bold"/>
                <a:ea typeface="Cartograph Mono Bold"/>
                <a:cs typeface="Cartograph Mono Bold"/>
                <a:sym typeface="Cartograph Mono Bold"/>
              </a:rPr>
              <a:t>STEP 4: FITNESS FUNCTION</a:t>
            </a:r>
          </a:p>
        </p:txBody>
      </p:sp>
      <p:sp>
        <p:nvSpPr>
          <p:cNvPr name="TextBox 30" id="30"/>
          <p:cNvSpPr txBox="true"/>
          <p:nvPr/>
        </p:nvSpPr>
        <p:spPr>
          <a:xfrm rot="0">
            <a:off x="12441602" y="3626562"/>
            <a:ext cx="4318108" cy="4489579"/>
          </a:xfrm>
          <a:prstGeom prst="rect">
            <a:avLst/>
          </a:prstGeom>
        </p:spPr>
        <p:txBody>
          <a:bodyPr anchor="t" rtlCol="false" tIns="0" lIns="0" bIns="0" rIns="0">
            <a:spAutoFit/>
          </a:bodyPr>
          <a:lstStyle/>
          <a:p>
            <a:pPr algn="l" marL="934103" indent="-311368" lvl="2">
              <a:lnSpc>
                <a:spcPts val="3244"/>
              </a:lnSpc>
              <a:buFont typeface="Arial"/>
              <a:buChar char="⚬"/>
            </a:pPr>
            <a:r>
              <a:rPr lang="en-US" sz="2163">
                <a:solidFill>
                  <a:srgbClr val="000000"/>
                </a:solidFill>
                <a:latin typeface="Cartograph Mono"/>
                <a:ea typeface="Cartograph Mono"/>
                <a:cs typeface="Cartograph Mono"/>
                <a:sym typeface="Cartograph Mono"/>
              </a:rPr>
              <a:t>The best allocation strategy is selected based on:</a:t>
            </a:r>
          </a:p>
          <a:p>
            <a:pPr algn="l" marL="1401155" indent="-350289" lvl="3">
              <a:lnSpc>
                <a:spcPts val="3244"/>
              </a:lnSpc>
              <a:buFont typeface="Arial"/>
              <a:buChar char="￭"/>
            </a:pPr>
            <a:r>
              <a:rPr lang="en-US" sz="2163">
                <a:solidFill>
                  <a:srgbClr val="000000"/>
                </a:solidFill>
                <a:latin typeface="Cartograph Mono"/>
                <a:ea typeface="Cartograph Mono"/>
                <a:cs typeface="Cartograph Mono"/>
                <a:sym typeface="Cartograph Mono"/>
              </a:rPr>
              <a:t>Energy Consumption</a:t>
            </a:r>
          </a:p>
          <a:p>
            <a:pPr algn="l" marL="1401155" indent="-350289" lvl="3">
              <a:lnSpc>
                <a:spcPts val="3244"/>
              </a:lnSpc>
              <a:buFont typeface="Arial"/>
              <a:buChar char="￭"/>
            </a:pPr>
            <a:r>
              <a:rPr lang="en-US" sz="2163">
                <a:solidFill>
                  <a:srgbClr val="000000"/>
                </a:solidFill>
                <a:latin typeface="Cartograph Mono"/>
                <a:ea typeface="Cartograph Mono"/>
                <a:cs typeface="Cartograph Mono"/>
                <a:sym typeface="Cartograph Mono"/>
              </a:rPr>
              <a:t>Migration Cost</a:t>
            </a:r>
          </a:p>
          <a:p>
            <a:pPr algn="l" marL="1401155" indent="-350289" lvl="3">
              <a:lnSpc>
                <a:spcPts val="3244"/>
              </a:lnSpc>
              <a:buFont typeface="Arial"/>
              <a:buChar char="￭"/>
            </a:pPr>
            <a:r>
              <a:rPr lang="en-US" sz="2163">
                <a:solidFill>
                  <a:srgbClr val="000000"/>
                </a:solidFill>
                <a:latin typeface="Cartograph Mono"/>
                <a:ea typeface="Cartograph Mono"/>
                <a:cs typeface="Cartograph Mono"/>
                <a:sym typeface="Cartograph Mono"/>
              </a:rPr>
              <a:t>Transmission Delay</a:t>
            </a:r>
          </a:p>
          <a:p>
            <a:pPr algn="l" marL="1401155" indent="-350289" lvl="3">
              <a:lnSpc>
                <a:spcPts val="3244"/>
              </a:lnSpc>
              <a:buFont typeface="Arial"/>
              <a:buChar char="￭"/>
            </a:pPr>
            <a:r>
              <a:rPr lang="en-US" sz="2163">
                <a:solidFill>
                  <a:srgbClr val="000000"/>
                </a:solidFill>
                <a:latin typeface="Cartograph Mono"/>
                <a:ea typeface="Cartograph Mono"/>
                <a:cs typeface="Cartograph Mono"/>
                <a:sym typeface="Cartograph Mono"/>
              </a:rPr>
              <a:t>Container Load Balancing</a:t>
            </a:r>
          </a:p>
          <a:p>
            <a:pPr algn="l" marL="0" indent="0" lvl="0">
              <a:lnSpc>
                <a:spcPts val="3244"/>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6F2F2"/>
        </a:solidFill>
      </p:bgPr>
    </p:bg>
    <p:spTree>
      <p:nvGrpSpPr>
        <p:cNvPr id="1" name=""/>
        <p:cNvGrpSpPr/>
        <p:nvPr/>
      </p:nvGrpSpPr>
      <p:grpSpPr>
        <a:xfrm>
          <a:off x="0" y="0"/>
          <a:ext cx="0" cy="0"/>
          <a:chOff x="0" y="0"/>
          <a:chExt cx="0" cy="0"/>
        </a:xfrm>
      </p:grpSpPr>
      <p:grpSp>
        <p:nvGrpSpPr>
          <p:cNvPr name="Group 2" id="2"/>
          <p:cNvGrpSpPr/>
          <p:nvPr/>
        </p:nvGrpSpPr>
        <p:grpSpPr>
          <a:xfrm rot="0">
            <a:off x="666750" y="1472354"/>
            <a:ext cx="16954500" cy="8147896"/>
            <a:chOff x="0" y="0"/>
            <a:chExt cx="32818334" cy="15771645"/>
          </a:xfrm>
        </p:grpSpPr>
        <p:sp>
          <p:nvSpPr>
            <p:cNvPr name="Freeform 3" id="3"/>
            <p:cNvSpPr/>
            <p:nvPr/>
          </p:nvSpPr>
          <p:spPr>
            <a:xfrm flipH="false" flipV="false" rot="0">
              <a:off x="0" y="0"/>
              <a:ext cx="32818335" cy="15771645"/>
            </a:xfrm>
            <a:custGeom>
              <a:avLst/>
              <a:gdLst/>
              <a:ahLst/>
              <a:cxnLst/>
              <a:rect r="r" b="b" t="t" l="l"/>
              <a:pathLst>
                <a:path h="15771645" w="32818335">
                  <a:moveTo>
                    <a:pt x="0" y="0"/>
                  </a:moveTo>
                  <a:lnTo>
                    <a:pt x="0" y="15771645"/>
                  </a:lnTo>
                  <a:lnTo>
                    <a:pt x="32818335" y="15771645"/>
                  </a:lnTo>
                  <a:lnTo>
                    <a:pt x="32818335" y="0"/>
                  </a:lnTo>
                  <a:lnTo>
                    <a:pt x="0" y="0"/>
                  </a:lnTo>
                  <a:close/>
                  <a:moveTo>
                    <a:pt x="32757374" y="15710684"/>
                  </a:moveTo>
                  <a:lnTo>
                    <a:pt x="59690" y="15710684"/>
                  </a:lnTo>
                  <a:lnTo>
                    <a:pt x="59690" y="59690"/>
                  </a:lnTo>
                  <a:lnTo>
                    <a:pt x="32757374" y="59690"/>
                  </a:lnTo>
                  <a:lnTo>
                    <a:pt x="32757374" y="15710684"/>
                  </a:lnTo>
                  <a:close/>
                </a:path>
              </a:pathLst>
            </a:custGeom>
            <a:solidFill>
              <a:srgbClr val="000000"/>
            </a:solidFill>
          </p:spPr>
        </p:sp>
      </p:grpSp>
      <p:grpSp>
        <p:nvGrpSpPr>
          <p:cNvPr name="Group 4" id="4"/>
          <p:cNvGrpSpPr/>
          <p:nvPr/>
        </p:nvGrpSpPr>
        <p:grpSpPr>
          <a:xfrm rot="0">
            <a:off x="666750" y="666750"/>
            <a:ext cx="16954500" cy="866314"/>
            <a:chOff x="0" y="0"/>
            <a:chExt cx="90918020" cy="4645584"/>
          </a:xfrm>
        </p:grpSpPr>
        <p:sp>
          <p:nvSpPr>
            <p:cNvPr name="Freeform 5" id="5"/>
            <p:cNvSpPr/>
            <p:nvPr/>
          </p:nvSpPr>
          <p:spPr>
            <a:xfrm flipH="false" flipV="false" rot="0">
              <a:off x="72390" y="72390"/>
              <a:ext cx="90773240" cy="4500805"/>
            </a:xfrm>
            <a:custGeom>
              <a:avLst/>
              <a:gdLst/>
              <a:ahLst/>
              <a:cxnLst/>
              <a:rect r="r" b="b" t="t" l="l"/>
              <a:pathLst>
                <a:path h="4500805" w="90773240">
                  <a:moveTo>
                    <a:pt x="0" y="0"/>
                  </a:moveTo>
                  <a:lnTo>
                    <a:pt x="90773240" y="0"/>
                  </a:lnTo>
                  <a:lnTo>
                    <a:pt x="90773240" y="4500805"/>
                  </a:lnTo>
                  <a:lnTo>
                    <a:pt x="0" y="4500805"/>
                  </a:lnTo>
                  <a:lnTo>
                    <a:pt x="0" y="0"/>
                  </a:lnTo>
                  <a:close/>
                </a:path>
              </a:pathLst>
            </a:custGeom>
            <a:solidFill>
              <a:srgbClr val="9DCED8"/>
            </a:solidFill>
          </p:spPr>
        </p:sp>
        <p:sp>
          <p:nvSpPr>
            <p:cNvPr name="Freeform 6" id="6"/>
            <p:cNvSpPr/>
            <p:nvPr/>
          </p:nvSpPr>
          <p:spPr>
            <a:xfrm flipH="false" flipV="false" rot="0">
              <a:off x="0" y="0"/>
              <a:ext cx="90918023" cy="4645584"/>
            </a:xfrm>
            <a:custGeom>
              <a:avLst/>
              <a:gdLst/>
              <a:ahLst/>
              <a:cxnLst/>
              <a:rect r="r" b="b" t="t" l="l"/>
              <a:pathLst>
                <a:path h="4645584" w="90918023">
                  <a:moveTo>
                    <a:pt x="90773238" y="4500804"/>
                  </a:moveTo>
                  <a:lnTo>
                    <a:pt x="90918023" y="4500804"/>
                  </a:lnTo>
                  <a:lnTo>
                    <a:pt x="90918023" y="4645584"/>
                  </a:lnTo>
                  <a:lnTo>
                    <a:pt x="90773238" y="4645584"/>
                  </a:lnTo>
                  <a:lnTo>
                    <a:pt x="90773238" y="4500804"/>
                  </a:lnTo>
                  <a:close/>
                  <a:moveTo>
                    <a:pt x="0" y="144780"/>
                  </a:moveTo>
                  <a:lnTo>
                    <a:pt x="144780" y="144780"/>
                  </a:lnTo>
                  <a:lnTo>
                    <a:pt x="144780" y="4500804"/>
                  </a:lnTo>
                  <a:lnTo>
                    <a:pt x="0" y="4500804"/>
                  </a:lnTo>
                  <a:lnTo>
                    <a:pt x="0" y="144780"/>
                  </a:lnTo>
                  <a:close/>
                  <a:moveTo>
                    <a:pt x="0" y="4500804"/>
                  </a:moveTo>
                  <a:lnTo>
                    <a:pt x="144780" y="4500804"/>
                  </a:lnTo>
                  <a:lnTo>
                    <a:pt x="144780" y="4645584"/>
                  </a:lnTo>
                  <a:lnTo>
                    <a:pt x="0" y="4645584"/>
                  </a:lnTo>
                  <a:lnTo>
                    <a:pt x="0" y="4500804"/>
                  </a:lnTo>
                  <a:close/>
                  <a:moveTo>
                    <a:pt x="90773238" y="144780"/>
                  </a:moveTo>
                  <a:lnTo>
                    <a:pt x="90918023" y="144780"/>
                  </a:lnTo>
                  <a:lnTo>
                    <a:pt x="90918023" y="4500804"/>
                  </a:lnTo>
                  <a:lnTo>
                    <a:pt x="90773238" y="4500804"/>
                  </a:lnTo>
                  <a:lnTo>
                    <a:pt x="90773238" y="144780"/>
                  </a:lnTo>
                  <a:close/>
                  <a:moveTo>
                    <a:pt x="144780" y="4500804"/>
                  </a:moveTo>
                  <a:lnTo>
                    <a:pt x="90773238" y="4500804"/>
                  </a:lnTo>
                  <a:lnTo>
                    <a:pt x="90773238" y="4645584"/>
                  </a:lnTo>
                  <a:lnTo>
                    <a:pt x="144780" y="4645584"/>
                  </a:lnTo>
                  <a:lnTo>
                    <a:pt x="144780" y="4500804"/>
                  </a:lnTo>
                  <a:close/>
                  <a:moveTo>
                    <a:pt x="90773238" y="0"/>
                  </a:moveTo>
                  <a:lnTo>
                    <a:pt x="90918023" y="0"/>
                  </a:lnTo>
                  <a:lnTo>
                    <a:pt x="90918023" y="144780"/>
                  </a:lnTo>
                  <a:lnTo>
                    <a:pt x="90773238" y="144780"/>
                  </a:lnTo>
                  <a:lnTo>
                    <a:pt x="90773238" y="0"/>
                  </a:lnTo>
                  <a:close/>
                  <a:moveTo>
                    <a:pt x="0" y="0"/>
                  </a:moveTo>
                  <a:lnTo>
                    <a:pt x="144780" y="0"/>
                  </a:lnTo>
                  <a:lnTo>
                    <a:pt x="144780" y="144780"/>
                  </a:lnTo>
                  <a:lnTo>
                    <a:pt x="0" y="144780"/>
                  </a:lnTo>
                  <a:lnTo>
                    <a:pt x="0" y="0"/>
                  </a:lnTo>
                  <a:close/>
                  <a:moveTo>
                    <a:pt x="144780" y="0"/>
                  </a:moveTo>
                  <a:lnTo>
                    <a:pt x="90773238" y="0"/>
                  </a:lnTo>
                  <a:lnTo>
                    <a:pt x="90773238" y="144780"/>
                  </a:lnTo>
                  <a:lnTo>
                    <a:pt x="144780" y="144780"/>
                  </a:lnTo>
                  <a:lnTo>
                    <a:pt x="144780" y="0"/>
                  </a:lnTo>
                  <a:close/>
                </a:path>
              </a:pathLst>
            </a:custGeom>
            <a:solidFill>
              <a:srgbClr val="000000"/>
            </a:solidFill>
          </p:spPr>
        </p:sp>
      </p:grpSp>
      <p:grpSp>
        <p:nvGrpSpPr>
          <p:cNvPr name="Group 7" id="7"/>
          <p:cNvGrpSpPr>
            <a:grpSpLocks noChangeAspect="true"/>
          </p:cNvGrpSpPr>
          <p:nvPr/>
        </p:nvGrpSpPr>
        <p:grpSpPr>
          <a:xfrm rot="0">
            <a:off x="1219200" y="959306"/>
            <a:ext cx="281202" cy="281202"/>
            <a:chOff x="0" y="0"/>
            <a:chExt cx="495300" cy="495300"/>
          </a:xfrm>
        </p:grpSpPr>
        <p:sp>
          <p:nvSpPr>
            <p:cNvPr name="Freeform 8" id="8"/>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9" id="9"/>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4B9B7"/>
            </a:solidFill>
          </p:spPr>
        </p:sp>
      </p:grpSp>
      <p:grpSp>
        <p:nvGrpSpPr>
          <p:cNvPr name="Group 10" id="10"/>
          <p:cNvGrpSpPr>
            <a:grpSpLocks noChangeAspect="true"/>
          </p:cNvGrpSpPr>
          <p:nvPr/>
        </p:nvGrpSpPr>
        <p:grpSpPr>
          <a:xfrm rot="0">
            <a:off x="1742282" y="959306"/>
            <a:ext cx="281202" cy="281202"/>
            <a:chOff x="0" y="0"/>
            <a:chExt cx="495300" cy="495300"/>
          </a:xfrm>
        </p:grpSpPr>
        <p:sp>
          <p:nvSpPr>
            <p:cNvPr name="Freeform 11" id="11"/>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2" id="12"/>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AD486"/>
            </a:solidFill>
          </p:spPr>
        </p:sp>
      </p:grpSp>
      <p:grpSp>
        <p:nvGrpSpPr>
          <p:cNvPr name="Group 13" id="13"/>
          <p:cNvGrpSpPr>
            <a:grpSpLocks noChangeAspect="true"/>
          </p:cNvGrpSpPr>
          <p:nvPr/>
        </p:nvGrpSpPr>
        <p:grpSpPr>
          <a:xfrm rot="0">
            <a:off x="2265364" y="959306"/>
            <a:ext cx="281202" cy="281202"/>
            <a:chOff x="0" y="0"/>
            <a:chExt cx="495300" cy="495300"/>
          </a:xfrm>
        </p:grpSpPr>
        <p:sp>
          <p:nvSpPr>
            <p:cNvPr name="Freeform 14" id="14"/>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5" id="15"/>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CAE4BA"/>
            </a:solidFill>
          </p:spPr>
        </p:sp>
      </p:grpSp>
      <p:sp>
        <p:nvSpPr>
          <p:cNvPr name="Freeform 16" id="16"/>
          <p:cNvSpPr/>
          <p:nvPr/>
        </p:nvSpPr>
        <p:spPr>
          <a:xfrm flipH="false" flipV="false" rot="0">
            <a:off x="16759710" y="945362"/>
            <a:ext cx="309090" cy="309090"/>
          </a:xfrm>
          <a:custGeom>
            <a:avLst/>
            <a:gdLst/>
            <a:ahLst/>
            <a:cxnLst/>
            <a:rect r="r" b="b" t="t" l="l"/>
            <a:pathLst>
              <a:path h="309090" w="309090">
                <a:moveTo>
                  <a:pt x="0" y="0"/>
                </a:moveTo>
                <a:lnTo>
                  <a:pt x="309090" y="0"/>
                </a:lnTo>
                <a:lnTo>
                  <a:pt x="309090" y="309090"/>
                </a:lnTo>
                <a:lnTo>
                  <a:pt x="0" y="3090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7" id="17"/>
          <p:cNvSpPr txBox="true"/>
          <p:nvPr/>
        </p:nvSpPr>
        <p:spPr>
          <a:xfrm rot="0">
            <a:off x="9452764" y="4597769"/>
            <a:ext cx="7806536" cy="1677035"/>
          </a:xfrm>
          <a:prstGeom prst="rect">
            <a:avLst/>
          </a:prstGeom>
        </p:spPr>
        <p:txBody>
          <a:bodyPr anchor="t" rtlCol="false" tIns="0" lIns="0" bIns="0" rIns="0">
            <a:spAutoFit/>
          </a:bodyPr>
          <a:lstStyle/>
          <a:p>
            <a:pPr algn="l" marL="0" indent="0" lvl="0">
              <a:lnSpc>
                <a:spcPts val="6399"/>
              </a:lnSpc>
              <a:spcBef>
                <a:spcPct val="0"/>
              </a:spcBef>
            </a:pPr>
            <a:r>
              <a:rPr lang="en-US" b="true" sz="6399">
                <a:solidFill>
                  <a:srgbClr val="000000"/>
                </a:solidFill>
                <a:latin typeface="Courier Prime Bold"/>
                <a:ea typeface="Courier Prime Bold"/>
                <a:cs typeface="Courier Prime Bold"/>
                <a:sym typeface="Courier Prime Bold"/>
              </a:rPr>
              <a:t>Module 4:Results Analysis</a:t>
            </a:r>
          </a:p>
        </p:txBody>
      </p:sp>
      <p:grpSp>
        <p:nvGrpSpPr>
          <p:cNvPr name="Group 18" id="18"/>
          <p:cNvGrpSpPr/>
          <p:nvPr/>
        </p:nvGrpSpPr>
        <p:grpSpPr>
          <a:xfrm rot="0">
            <a:off x="666750" y="1856703"/>
            <a:ext cx="8491538" cy="2038330"/>
            <a:chOff x="0" y="0"/>
            <a:chExt cx="43014338" cy="10325270"/>
          </a:xfrm>
        </p:grpSpPr>
        <p:sp>
          <p:nvSpPr>
            <p:cNvPr name="Freeform 19" id="19"/>
            <p:cNvSpPr/>
            <p:nvPr/>
          </p:nvSpPr>
          <p:spPr>
            <a:xfrm flipH="false" flipV="false" rot="0">
              <a:off x="72390" y="72390"/>
              <a:ext cx="42869559" cy="10180490"/>
            </a:xfrm>
            <a:custGeom>
              <a:avLst/>
              <a:gdLst/>
              <a:ahLst/>
              <a:cxnLst/>
              <a:rect r="r" b="b" t="t" l="l"/>
              <a:pathLst>
                <a:path h="10180490" w="42869559">
                  <a:moveTo>
                    <a:pt x="0" y="0"/>
                  </a:moveTo>
                  <a:lnTo>
                    <a:pt x="42869559" y="0"/>
                  </a:lnTo>
                  <a:lnTo>
                    <a:pt x="42869559" y="10180490"/>
                  </a:lnTo>
                  <a:lnTo>
                    <a:pt x="0" y="10180490"/>
                  </a:lnTo>
                  <a:lnTo>
                    <a:pt x="0" y="0"/>
                  </a:lnTo>
                  <a:close/>
                </a:path>
              </a:pathLst>
            </a:custGeom>
            <a:solidFill>
              <a:srgbClr val="EAD486"/>
            </a:solidFill>
          </p:spPr>
        </p:sp>
        <p:sp>
          <p:nvSpPr>
            <p:cNvPr name="Freeform 20" id="20"/>
            <p:cNvSpPr/>
            <p:nvPr/>
          </p:nvSpPr>
          <p:spPr>
            <a:xfrm flipH="false" flipV="false" rot="0">
              <a:off x="0" y="0"/>
              <a:ext cx="43014339" cy="10325271"/>
            </a:xfrm>
            <a:custGeom>
              <a:avLst/>
              <a:gdLst/>
              <a:ahLst/>
              <a:cxnLst/>
              <a:rect r="r" b="b" t="t" l="l"/>
              <a:pathLst>
                <a:path h="10325271" w="43014339">
                  <a:moveTo>
                    <a:pt x="42869560" y="10180490"/>
                  </a:moveTo>
                  <a:lnTo>
                    <a:pt x="43014339" y="10180490"/>
                  </a:lnTo>
                  <a:lnTo>
                    <a:pt x="43014339" y="10325271"/>
                  </a:lnTo>
                  <a:lnTo>
                    <a:pt x="42869560" y="10325271"/>
                  </a:lnTo>
                  <a:lnTo>
                    <a:pt x="42869560" y="10180490"/>
                  </a:lnTo>
                  <a:close/>
                  <a:moveTo>
                    <a:pt x="0" y="144780"/>
                  </a:moveTo>
                  <a:lnTo>
                    <a:pt x="144780" y="144780"/>
                  </a:lnTo>
                  <a:lnTo>
                    <a:pt x="144780" y="10180490"/>
                  </a:lnTo>
                  <a:lnTo>
                    <a:pt x="0" y="10180490"/>
                  </a:lnTo>
                  <a:lnTo>
                    <a:pt x="0" y="144780"/>
                  </a:lnTo>
                  <a:close/>
                  <a:moveTo>
                    <a:pt x="0" y="10180490"/>
                  </a:moveTo>
                  <a:lnTo>
                    <a:pt x="144780" y="10180490"/>
                  </a:lnTo>
                  <a:lnTo>
                    <a:pt x="144780" y="10325271"/>
                  </a:lnTo>
                  <a:lnTo>
                    <a:pt x="0" y="10325271"/>
                  </a:lnTo>
                  <a:lnTo>
                    <a:pt x="0" y="10180490"/>
                  </a:lnTo>
                  <a:close/>
                  <a:moveTo>
                    <a:pt x="42869560" y="144780"/>
                  </a:moveTo>
                  <a:lnTo>
                    <a:pt x="43014339" y="144780"/>
                  </a:lnTo>
                  <a:lnTo>
                    <a:pt x="43014339" y="10180490"/>
                  </a:lnTo>
                  <a:lnTo>
                    <a:pt x="42869560" y="10180490"/>
                  </a:lnTo>
                  <a:lnTo>
                    <a:pt x="42869560" y="144780"/>
                  </a:lnTo>
                  <a:close/>
                  <a:moveTo>
                    <a:pt x="144780" y="10180490"/>
                  </a:moveTo>
                  <a:lnTo>
                    <a:pt x="42869560" y="10180490"/>
                  </a:lnTo>
                  <a:lnTo>
                    <a:pt x="42869560" y="10325271"/>
                  </a:lnTo>
                  <a:lnTo>
                    <a:pt x="144780" y="10325271"/>
                  </a:lnTo>
                  <a:lnTo>
                    <a:pt x="144780" y="10180490"/>
                  </a:lnTo>
                  <a:close/>
                  <a:moveTo>
                    <a:pt x="42869560" y="0"/>
                  </a:moveTo>
                  <a:lnTo>
                    <a:pt x="43014339" y="0"/>
                  </a:lnTo>
                  <a:lnTo>
                    <a:pt x="43014339" y="144780"/>
                  </a:lnTo>
                  <a:lnTo>
                    <a:pt x="42869560" y="144780"/>
                  </a:lnTo>
                  <a:lnTo>
                    <a:pt x="42869560" y="0"/>
                  </a:lnTo>
                  <a:close/>
                  <a:moveTo>
                    <a:pt x="0" y="0"/>
                  </a:moveTo>
                  <a:lnTo>
                    <a:pt x="144780" y="0"/>
                  </a:lnTo>
                  <a:lnTo>
                    <a:pt x="144780" y="144780"/>
                  </a:lnTo>
                  <a:lnTo>
                    <a:pt x="0" y="144780"/>
                  </a:lnTo>
                  <a:lnTo>
                    <a:pt x="0" y="0"/>
                  </a:lnTo>
                  <a:close/>
                  <a:moveTo>
                    <a:pt x="144780" y="0"/>
                  </a:moveTo>
                  <a:lnTo>
                    <a:pt x="42869560" y="0"/>
                  </a:lnTo>
                  <a:lnTo>
                    <a:pt x="42869560" y="144780"/>
                  </a:lnTo>
                  <a:lnTo>
                    <a:pt x="144780" y="144780"/>
                  </a:lnTo>
                  <a:lnTo>
                    <a:pt x="144780" y="0"/>
                  </a:lnTo>
                  <a:close/>
                </a:path>
              </a:pathLst>
            </a:custGeom>
            <a:solidFill>
              <a:srgbClr val="000000"/>
            </a:solidFill>
          </p:spPr>
        </p:sp>
      </p:grpSp>
      <p:sp>
        <p:nvSpPr>
          <p:cNvPr name="TextBox 21" id="21"/>
          <p:cNvSpPr txBox="true"/>
          <p:nvPr/>
        </p:nvSpPr>
        <p:spPr>
          <a:xfrm rot="0">
            <a:off x="666750" y="4161733"/>
            <a:ext cx="8167688" cy="4789170"/>
          </a:xfrm>
          <a:prstGeom prst="rect">
            <a:avLst/>
          </a:prstGeom>
        </p:spPr>
        <p:txBody>
          <a:bodyPr anchor="t" rtlCol="false" tIns="0" lIns="0" bIns="0" rIns="0">
            <a:spAutoFit/>
          </a:bodyPr>
          <a:lstStyle/>
          <a:p>
            <a:pPr algn="l" marL="388620" indent="-194310" lvl="1">
              <a:lnSpc>
                <a:spcPts val="2700"/>
              </a:lnSpc>
              <a:buFont typeface="Arial"/>
              <a:buChar char="•"/>
            </a:pPr>
            <a:r>
              <a:rPr lang="en-US" sz="1800">
                <a:solidFill>
                  <a:srgbClr val="000000"/>
                </a:solidFill>
                <a:latin typeface="Cartograph Mono"/>
                <a:ea typeface="Cartograph Mono"/>
                <a:cs typeface="Cartograph Mono"/>
                <a:sym typeface="Cartograph Mono"/>
              </a:rPr>
              <a:t>Best VM and Container:</a:t>
            </a:r>
          </a:p>
          <a:p>
            <a:pPr algn="l" marL="777240" indent="-259080" lvl="2">
              <a:lnSpc>
                <a:spcPts val="2700"/>
              </a:lnSpc>
              <a:buFont typeface="Arial"/>
              <a:buChar char="⚬"/>
            </a:pPr>
            <a:r>
              <a:rPr lang="en-US" sz="1800">
                <a:solidFill>
                  <a:srgbClr val="000000"/>
                </a:solidFill>
                <a:latin typeface="Cartograph Mono"/>
                <a:ea typeface="Cartograph Mono"/>
                <a:cs typeface="Cartograph Mono"/>
                <a:sym typeface="Cartograph Mono"/>
              </a:rPr>
              <a:t>Identifies which VM has the least load.</a:t>
            </a:r>
          </a:p>
          <a:p>
            <a:pPr algn="l" marL="777240" indent="-259080" lvl="2">
              <a:lnSpc>
                <a:spcPts val="2700"/>
              </a:lnSpc>
              <a:buFont typeface="Arial"/>
              <a:buChar char="⚬"/>
            </a:pPr>
            <a:r>
              <a:rPr lang="en-US" sz="1800">
                <a:solidFill>
                  <a:srgbClr val="000000"/>
                </a:solidFill>
                <a:latin typeface="Cartograph Mono"/>
                <a:ea typeface="Cartograph Mono"/>
                <a:cs typeface="Cartograph Mono"/>
                <a:sym typeface="Cartograph Mono"/>
              </a:rPr>
              <a:t>Determines the best container to migrate to balance the workload.</a:t>
            </a:r>
          </a:p>
          <a:p>
            <a:pPr algn="l" marL="388620" indent="-194310" lvl="1">
              <a:lnSpc>
                <a:spcPts val="2700"/>
              </a:lnSpc>
              <a:buFont typeface="Arial"/>
              <a:buChar char="•"/>
            </a:pPr>
            <a:r>
              <a:rPr lang="en-US" sz="1800">
                <a:solidFill>
                  <a:srgbClr val="000000"/>
                </a:solidFill>
                <a:latin typeface="Cartograph Mono"/>
                <a:ea typeface="Cartograph Mono"/>
                <a:cs typeface="Cartograph Mono"/>
                <a:sym typeface="Cartograph Mono"/>
              </a:rPr>
              <a:t>Energy &amp; Cost Optimization Metrics:</a:t>
            </a:r>
          </a:p>
          <a:p>
            <a:pPr algn="l" marL="777240" indent="-259080" lvl="2">
              <a:lnSpc>
                <a:spcPts val="2700"/>
              </a:lnSpc>
              <a:buFont typeface="Arial"/>
              <a:buChar char="⚬"/>
            </a:pPr>
            <a:r>
              <a:rPr lang="en-US" sz="1800">
                <a:solidFill>
                  <a:srgbClr val="000000"/>
                </a:solidFill>
                <a:latin typeface="Cartograph Mono"/>
                <a:ea typeface="Cartograph Mono"/>
                <a:cs typeface="Cartograph Mono"/>
                <a:sym typeface="Cartograph Mono"/>
              </a:rPr>
              <a:t>Computes how much energy is saved compared to random allocation.</a:t>
            </a:r>
          </a:p>
          <a:p>
            <a:pPr algn="l" marL="777240" indent="-259080" lvl="2">
              <a:lnSpc>
                <a:spcPts val="2700"/>
              </a:lnSpc>
              <a:buFont typeface="Arial"/>
              <a:buChar char="⚬"/>
            </a:pPr>
            <a:r>
              <a:rPr lang="en-US" sz="1800">
                <a:solidFill>
                  <a:srgbClr val="000000"/>
                </a:solidFill>
                <a:latin typeface="Cartograph Mono"/>
                <a:ea typeface="Cartograph Mono"/>
                <a:cs typeface="Cartograph Mono"/>
                <a:sym typeface="Cartograph Mono"/>
              </a:rPr>
              <a:t>Measures cost savings in terms of resource utilization.</a:t>
            </a:r>
          </a:p>
          <a:p>
            <a:pPr algn="l" marL="388620" indent="-194310" lvl="1">
              <a:lnSpc>
                <a:spcPts val="2700"/>
              </a:lnSpc>
              <a:buFont typeface="Arial"/>
              <a:buChar char="•"/>
            </a:pPr>
            <a:r>
              <a:rPr lang="en-US" sz="1800">
                <a:solidFill>
                  <a:srgbClr val="000000"/>
                </a:solidFill>
                <a:latin typeface="Cartograph Mono"/>
                <a:ea typeface="Cartograph Mono"/>
                <a:cs typeface="Cartograph Mono"/>
                <a:sym typeface="Cartograph Mono"/>
              </a:rPr>
              <a:t>Migration Analysis:</a:t>
            </a:r>
          </a:p>
          <a:p>
            <a:pPr algn="l" marL="777240" indent="-259080" lvl="2">
              <a:lnSpc>
                <a:spcPts val="2700"/>
              </a:lnSpc>
              <a:buFont typeface="Arial"/>
              <a:buChar char="⚬"/>
            </a:pPr>
            <a:r>
              <a:rPr lang="en-US" sz="1800">
                <a:solidFill>
                  <a:srgbClr val="000000"/>
                </a:solidFill>
                <a:latin typeface="Cartograph Mono"/>
                <a:ea typeface="Cartograph Mono"/>
                <a:cs typeface="Cartograph Mono"/>
                <a:sym typeface="Cartograph Mono"/>
              </a:rPr>
              <a:t>Calculates the total migration time required for reallocation.</a:t>
            </a:r>
          </a:p>
          <a:p>
            <a:pPr algn="l" marL="777240" indent="-259080" lvl="2">
              <a:lnSpc>
                <a:spcPts val="2700"/>
              </a:lnSpc>
              <a:buFont typeface="Arial"/>
              <a:buChar char="⚬"/>
            </a:pPr>
            <a:r>
              <a:rPr lang="en-US" sz="1800">
                <a:solidFill>
                  <a:srgbClr val="000000"/>
                </a:solidFill>
                <a:latin typeface="Cartograph Mono"/>
                <a:ea typeface="Cartograph Mono"/>
                <a:cs typeface="Cartograph Mono"/>
                <a:sym typeface="Cartograph Mono"/>
              </a:rPr>
              <a:t>Ensures migrations are efficient and cost-effective.</a:t>
            </a:r>
          </a:p>
          <a:p>
            <a:pPr algn="l" marL="0" indent="0" lvl="0">
              <a:lnSpc>
                <a:spcPts val="2700"/>
              </a:lnSpc>
            </a:pPr>
          </a:p>
        </p:txBody>
      </p:sp>
      <p:sp>
        <p:nvSpPr>
          <p:cNvPr name="AutoShape 22" id="22"/>
          <p:cNvSpPr/>
          <p:nvPr/>
        </p:nvSpPr>
        <p:spPr>
          <a:xfrm rot="-5400000">
            <a:off x="5100407" y="5562370"/>
            <a:ext cx="8087186" cy="0"/>
          </a:xfrm>
          <a:prstGeom prst="line">
            <a:avLst/>
          </a:prstGeom>
          <a:ln cap="rnd" w="28575">
            <a:solidFill>
              <a:srgbClr val="000000"/>
            </a:solidFill>
            <a:prstDash val="solid"/>
            <a:headEnd type="none" len="sm" w="sm"/>
            <a:tailEnd type="none" len="sm" w="sm"/>
          </a:ln>
        </p:spPr>
      </p:sp>
      <p:sp>
        <p:nvSpPr>
          <p:cNvPr name="TextBox 23" id="23"/>
          <p:cNvSpPr txBox="true"/>
          <p:nvPr/>
        </p:nvSpPr>
        <p:spPr>
          <a:xfrm rot="0">
            <a:off x="1742282" y="2648856"/>
            <a:ext cx="6675983" cy="530225"/>
          </a:xfrm>
          <a:prstGeom prst="rect">
            <a:avLst/>
          </a:prstGeom>
        </p:spPr>
        <p:txBody>
          <a:bodyPr anchor="t" rtlCol="false" tIns="0" lIns="0" bIns="0" rIns="0">
            <a:spAutoFit/>
          </a:bodyPr>
          <a:lstStyle/>
          <a:p>
            <a:pPr algn="l" marL="0" indent="0" lvl="0">
              <a:lnSpc>
                <a:spcPts val="3999"/>
              </a:lnSpc>
              <a:spcBef>
                <a:spcPct val="0"/>
              </a:spcBef>
            </a:pPr>
            <a:r>
              <a:rPr lang="en-US" b="true" sz="3999" spc="199">
                <a:solidFill>
                  <a:srgbClr val="000000"/>
                </a:solidFill>
                <a:latin typeface="Cartograph Mono Bold"/>
                <a:ea typeface="Cartograph Mono Bold"/>
                <a:cs typeface="Cartograph Mono Bold"/>
                <a:sym typeface="Cartograph Mono Bold"/>
              </a:rPr>
              <a:t>KEY ANALYSIS: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6F2F2"/>
        </a:solidFill>
      </p:bgPr>
    </p:bg>
    <p:spTree>
      <p:nvGrpSpPr>
        <p:cNvPr id="1" name=""/>
        <p:cNvGrpSpPr/>
        <p:nvPr/>
      </p:nvGrpSpPr>
      <p:grpSpPr>
        <a:xfrm>
          <a:off x="0" y="0"/>
          <a:ext cx="0" cy="0"/>
          <a:chOff x="0" y="0"/>
          <a:chExt cx="0" cy="0"/>
        </a:xfrm>
      </p:grpSpPr>
      <p:grpSp>
        <p:nvGrpSpPr>
          <p:cNvPr name="Group 2" id="2"/>
          <p:cNvGrpSpPr/>
          <p:nvPr/>
        </p:nvGrpSpPr>
        <p:grpSpPr>
          <a:xfrm rot="0">
            <a:off x="666750" y="1472354"/>
            <a:ext cx="16954500" cy="8147896"/>
            <a:chOff x="0" y="0"/>
            <a:chExt cx="32818334" cy="15771645"/>
          </a:xfrm>
        </p:grpSpPr>
        <p:sp>
          <p:nvSpPr>
            <p:cNvPr name="Freeform 3" id="3"/>
            <p:cNvSpPr/>
            <p:nvPr/>
          </p:nvSpPr>
          <p:spPr>
            <a:xfrm flipH="false" flipV="false" rot="0">
              <a:off x="0" y="0"/>
              <a:ext cx="32818335" cy="15771645"/>
            </a:xfrm>
            <a:custGeom>
              <a:avLst/>
              <a:gdLst/>
              <a:ahLst/>
              <a:cxnLst/>
              <a:rect r="r" b="b" t="t" l="l"/>
              <a:pathLst>
                <a:path h="15771645" w="32818335">
                  <a:moveTo>
                    <a:pt x="0" y="0"/>
                  </a:moveTo>
                  <a:lnTo>
                    <a:pt x="0" y="15771645"/>
                  </a:lnTo>
                  <a:lnTo>
                    <a:pt x="32818335" y="15771645"/>
                  </a:lnTo>
                  <a:lnTo>
                    <a:pt x="32818335" y="0"/>
                  </a:lnTo>
                  <a:lnTo>
                    <a:pt x="0" y="0"/>
                  </a:lnTo>
                  <a:close/>
                  <a:moveTo>
                    <a:pt x="32757374" y="15710684"/>
                  </a:moveTo>
                  <a:lnTo>
                    <a:pt x="59690" y="15710684"/>
                  </a:lnTo>
                  <a:lnTo>
                    <a:pt x="59690" y="59690"/>
                  </a:lnTo>
                  <a:lnTo>
                    <a:pt x="32757374" y="59690"/>
                  </a:lnTo>
                  <a:lnTo>
                    <a:pt x="32757374" y="15710684"/>
                  </a:lnTo>
                  <a:close/>
                </a:path>
              </a:pathLst>
            </a:custGeom>
            <a:solidFill>
              <a:srgbClr val="000000"/>
            </a:solidFill>
          </p:spPr>
        </p:sp>
      </p:grpSp>
      <p:grpSp>
        <p:nvGrpSpPr>
          <p:cNvPr name="Group 4" id="4"/>
          <p:cNvGrpSpPr/>
          <p:nvPr/>
        </p:nvGrpSpPr>
        <p:grpSpPr>
          <a:xfrm rot="0">
            <a:off x="666750" y="666750"/>
            <a:ext cx="16954500" cy="866314"/>
            <a:chOff x="0" y="0"/>
            <a:chExt cx="90918020" cy="4645584"/>
          </a:xfrm>
        </p:grpSpPr>
        <p:sp>
          <p:nvSpPr>
            <p:cNvPr name="Freeform 5" id="5"/>
            <p:cNvSpPr/>
            <p:nvPr/>
          </p:nvSpPr>
          <p:spPr>
            <a:xfrm flipH="false" flipV="false" rot="0">
              <a:off x="72390" y="72390"/>
              <a:ext cx="90773240" cy="4500805"/>
            </a:xfrm>
            <a:custGeom>
              <a:avLst/>
              <a:gdLst/>
              <a:ahLst/>
              <a:cxnLst/>
              <a:rect r="r" b="b" t="t" l="l"/>
              <a:pathLst>
                <a:path h="4500805" w="90773240">
                  <a:moveTo>
                    <a:pt x="0" y="0"/>
                  </a:moveTo>
                  <a:lnTo>
                    <a:pt x="90773240" y="0"/>
                  </a:lnTo>
                  <a:lnTo>
                    <a:pt x="90773240" y="4500805"/>
                  </a:lnTo>
                  <a:lnTo>
                    <a:pt x="0" y="4500805"/>
                  </a:lnTo>
                  <a:lnTo>
                    <a:pt x="0" y="0"/>
                  </a:lnTo>
                  <a:close/>
                </a:path>
              </a:pathLst>
            </a:custGeom>
            <a:solidFill>
              <a:srgbClr val="9DCED8"/>
            </a:solidFill>
          </p:spPr>
        </p:sp>
        <p:sp>
          <p:nvSpPr>
            <p:cNvPr name="Freeform 6" id="6"/>
            <p:cNvSpPr/>
            <p:nvPr/>
          </p:nvSpPr>
          <p:spPr>
            <a:xfrm flipH="false" flipV="false" rot="0">
              <a:off x="0" y="0"/>
              <a:ext cx="90918023" cy="4645584"/>
            </a:xfrm>
            <a:custGeom>
              <a:avLst/>
              <a:gdLst/>
              <a:ahLst/>
              <a:cxnLst/>
              <a:rect r="r" b="b" t="t" l="l"/>
              <a:pathLst>
                <a:path h="4645584" w="90918023">
                  <a:moveTo>
                    <a:pt x="90773238" y="4500804"/>
                  </a:moveTo>
                  <a:lnTo>
                    <a:pt x="90918023" y="4500804"/>
                  </a:lnTo>
                  <a:lnTo>
                    <a:pt x="90918023" y="4645584"/>
                  </a:lnTo>
                  <a:lnTo>
                    <a:pt x="90773238" y="4645584"/>
                  </a:lnTo>
                  <a:lnTo>
                    <a:pt x="90773238" y="4500804"/>
                  </a:lnTo>
                  <a:close/>
                  <a:moveTo>
                    <a:pt x="0" y="144780"/>
                  </a:moveTo>
                  <a:lnTo>
                    <a:pt x="144780" y="144780"/>
                  </a:lnTo>
                  <a:lnTo>
                    <a:pt x="144780" y="4500804"/>
                  </a:lnTo>
                  <a:lnTo>
                    <a:pt x="0" y="4500804"/>
                  </a:lnTo>
                  <a:lnTo>
                    <a:pt x="0" y="144780"/>
                  </a:lnTo>
                  <a:close/>
                  <a:moveTo>
                    <a:pt x="0" y="4500804"/>
                  </a:moveTo>
                  <a:lnTo>
                    <a:pt x="144780" y="4500804"/>
                  </a:lnTo>
                  <a:lnTo>
                    <a:pt x="144780" y="4645584"/>
                  </a:lnTo>
                  <a:lnTo>
                    <a:pt x="0" y="4645584"/>
                  </a:lnTo>
                  <a:lnTo>
                    <a:pt x="0" y="4500804"/>
                  </a:lnTo>
                  <a:close/>
                  <a:moveTo>
                    <a:pt x="90773238" y="144780"/>
                  </a:moveTo>
                  <a:lnTo>
                    <a:pt x="90918023" y="144780"/>
                  </a:lnTo>
                  <a:lnTo>
                    <a:pt x="90918023" y="4500804"/>
                  </a:lnTo>
                  <a:lnTo>
                    <a:pt x="90773238" y="4500804"/>
                  </a:lnTo>
                  <a:lnTo>
                    <a:pt x="90773238" y="144780"/>
                  </a:lnTo>
                  <a:close/>
                  <a:moveTo>
                    <a:pt x="144780" y="4500804"/>
                  </a:moveTo>
                  <a:lnTo>
                    <a:pt x="90773238" y="4500804"/>
                  </a:lnTo>
                  <a:lnTo>
                    <a:pt x="90773238" y="4645584"/>
                  </a:lnTo>
                  <a:lnTo>
                    <a:pt x="144780" y="4645584"/>
                  </a:lnTo>
                  <a:lnTo>
                    <a:pt x="144780" y="4500804"/>
                  </a:lnTo>
                  <a:close/>
                  <a:moveTo>
                    <a:pt x="90773238" y="0"/>
                  </a:moveTo>
                  <a:lnTo>
                    <a:pt x="90918023" y="0"/>
                  </a:lnTo>
                  <a:lnTo>
                    <a:pt x="90918023" y="144780"/>
                  </a:lnTo>
                  <a:lnTo>
                    <a:pt x="90773238" y="144780"/>
                  </a:lnTo>
                  <a:lnTo>
                    <a:pt x="90773238" y="0"/>
                  </a:lnTo>
                  <a:close/>
                  <a:moveTo>
                    <a:pt x="0" y="0"/>
                  </a:moveTo>
                  <a:lnTo>
                    <a:pt x="144780" y="0"/>
                  </a:lnTo>
                  <a:lnTo>
                    <a:pt x="144780" y="144780"/>
                  </a:lnTo>
                  <a:lnTo>
                    <a:pt x="0" y="144780"/>
                  </a:lnTo>
                  <a:lnTo>
                    <a:pt x="0" y="0"/>
                  </a:lnTo>
                  <a:close/>
                  <a:moveTo>
                    <a:pt x="144780" y="0"/>
                  </a:moveTo>
                  <a:lnTo>
                    <a:pt x="90773238" y="0"/>
                  </a:lnTo>
                  <a:lnTo>
                    <a:pt x="90773238" y="144780"/>
                  </a:lnTo>
                  <a:lnTo>
                    <a:pt x="144780" y="144780"/>
                  </a:lnTo>
                  <a:lnTo>
                    <a:pt x="144780" y="0"/>
                  </a:lnTo>
                  <a:close/>
                </a:path>
              </a:pathLst>
            </a:custGeom>
            <a:solidFill>
              <a:srgbClr val="000000"/>
            </a:solidFill>
          </p:spPr>
        </p:sp>
      </p:grpSp>
      <p:grpSp>
        <p:nvGrpSpPr>
          <p:cNvPr name="Group 7" id="7"/>
          <p:cNvGrpSpPr>
            <a:grpSpLocks noChangeAspect="true"/>
          </p:cNvGrpSpPr>
          <p:nvPr/>
        </p:nvGrpSpPr>
        <p:grpSpPr>
          <a:xfrm rot="0">
            <a:off x="1219200" y="959306"/>
            <a:ext cx="281202" cy="281202"/>
            <a:chOff x="0" y="0"/>
            <a:chExt cx="495300" cy="495300"/>
          </a:xfrm>
        </p:grpSpPr>
        <p:sp>
          <p:nvSpPr>
            <p:cNvPr name="Freeform 8" id="8"/>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9" id="9"/>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4B9B7"/>
            </a:solidFill>
          </p:spPr>
        </p:sp>
      </p:grpSp>
      <p:grpSp>
        <p:nvGrpSpPr>
          <p:cNvPr name="Group 10" id="10"/>
          <p:cNvGrpSpPr>
            <a:grpSpLocks noChangeAspect="true"/>
          </p:cNvGrpSpPr>
          <p:nvPr/>
        </p:nvGrpSpPr>
        <p:grpSpPr>
          <a:xfrm rot="0">
            <a:off x="1742282" y="959306"/>
            <a:ext cx="281202" cy="281202"/>
            <a:chOff x="0" y="0"/>
            <a:chExt cx="495300" cy="495300"/>
          </a:xfrm>
        </p:grpSpPr>
        <p:sp>
          <p:nvSpPr>
            <p:cNvPr name="Freeform 11" id="11"/>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2" id="12"/>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AD486"/>
            </a:solidFill>
          </p:spPr>
        </p:sp>
      </p:grpSp>
      <p:grpSp>
        <p:nvGrpSpPr>
          <p:cNvPr name="Group 13" id="13"/>
          <p:cNvGrpSpPr>
            <a:grpSpLocks noChangeAspect="true"/>
          </p:cNvGrpSpPr>
          <p:nvPr/>
        </p:nvGrpSpPr>
        <p:grpSpPr>
          <a:xfrm rot="0">
            <a:off x="2265364" y="959306"/>
            <a:ext cx="281202" cy="281202"/>
            <a:chOff x="0" y="0"/>
            <a:chExt cx="495300" cy="495300"/>
          </a:xfrm>
        </p:grpSpPr>
        <p:sp>
          <p:nvSpPr>
            <p:cNvPr name="Freeform 14" id="14"/>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5" id="15"/>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CAE4BA"/>
            </a:solidFill>
          </p:spPr>
        </p:sp>
      </p:grpSp>
      <p:sp>
        <p:nvSpPr>
          <p:cNvPr name="Freeform 16" id="16"/>
          <p:cNvSpPr/>
          <p:nvPr/>
        </p:nvSpPr>
        <p:spPr>
          <a:xfrm flipH="false" flipV="false" rot="0">
            <a:off x="16759710" y="945362"/>
            <a:ext cx="309090" cy="309090"/>
          </a:xfrm>
          <a:custGeom>
            <a:avLst/>
            <a:gdLst/>
            <a:ahLst/>
            <a:cxnLst/>
            <a:rect r="r" b="b" t="t" l="l"/>
            <a:pathLst>
              <a:path h="309090" w="309090">
                <a:moveTo>
                  <a:pt x="0" y="0"/>
                </a:moveTo>
                <a:lnTo>
                  <a:pt x="309090" y="0"/>
                </a:lnTo>
                <a:lnTo>
                  <a:pt x="309090" y="309090"/>
                </a:lnTo>
                <a:lnTo>
                  <a:pt x="0" y="3090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7" id="17"/>
          <p:cNvGrpSpPr>
            <a:grpSpLocks noChangeAspect="true"/>
          </p:cNvGrpSpPr>
          <p:nvPr/>
        </p:nvGrpSpPr>
        <p:grpSpPr>
          <a:xfrm rot="0">
            <a:off x="1371846" y="2078626"/>
            <a:ext cx="7000629" cy="7002030"/>
            <a:chOff x="0" y="0"/>
            <a:chExt cx="6348730" cy="6350000"/>
          </a:xfrm>
        </p:grpSpPr>
        <p:sp>
          <p:nvSpPr>
            <p:cNvPr name="Freeform 18" id="18"/>
            <p:cNvSpPr/>
            <p:nvPr/>
          </p:nvSpPr>
          <p:spPr>
            <a:xfrm flipH="false" flipV="false" rot="0">
              <a:off x="12700" y="524510"/>
              <a:ext cx="6324600" cy="5812790"/>
            </a:xfrm>
            <a:custGeom>
              <a:avLst/>
              <a:gdLst/>
              <a:ahLst/>
              <a:cxnLst/>
              <a:rect r="r" b="b" t="t" l="l"/>
              <a:pathLst>
                <a:path h="5812790" w="6324600">
                  <a:moveTo>
                    <a:pt x="6323330" y="591820"/>
                  </a:moveTo>
                  <a:lnTo>
                    <a:pt x="6324600" y="5812790"/>
                  </a:lnTo>
                  <a:lnTo>
                    <a:pt x="6324600" y="5812790"/>
                  </a:lnTo>
                  <a:lnTo>
                    <a:pt x="0" y="5812790"/>
                  </a:lnTo>
                  <a:lnTo>
                    <a:pt x="0" y="0"/>
                  </a:lnTo>
                  <a:lnTo>
                    <a:pt x="6323330" y="0"/>
                  </a:lnTo>
                  <a:moveTo>
                    <a:pt x="6323330" y="0"/>
                  </a:moveTo>
                  <a:lnTo>
                    <a:pt x="6323330" y="591820"/>
                  </a:lnTo>
                </a:path>
              </a:pathLst>
            </a:custGeom>
            <a:blipFill>
              <a:blip r:embed="rId4"/>
              <a:stretch>
                <a:fillRect l="-18973" t="0" r="-18973" b="0"/>
              </a:stretch>
            </a:blipFill>
          </p:spPr>
        </p:sp>
        <p:sp>
          <p:nvSpPr>
            <p:cNvPr name="Freeform 19" id="19"/>
            <p:cNvSpPr/>
            <p:nvPr/>
          </p:nvSpPr>
          <p:spPr>
            <a:xfrm flipH="false" flipV="false" rot="0">
              <a:off x="12700" y="12700"/>
              <a:ext cx="6324600" cy="511810"/>
            </a:xfrm>
            <a:custGeom>
              <a:avLst/>
              <a:gdLst/>
              <a:ahLst/>
              <a:cxnLst/>
              <a:rect r="r" b="b" t="t" l="l"/>
              <a:pathLst>
                <a:path h="511810" w="6324600">
                  <a:moveTo>
                    <a:pt x="6323330" y="0"/>
                  </a:moveTo>
                  <a:lnTo>
                    <a:pt x="6323330" y="232410"/>
                  </a:lnTo>
                  <a:moveTo>
                    <a:pt x="6323330" y="232410"/>
                  </a:moveTo>
                  <a:lnTo>
                    <a:pt x="6324600" y="511810"/>
                  </a:lnTo>
                  <a:lnTo>
                    <a:pt x="6324600" y="511810"/>
                  </a:lnTo>
                  <a:lnTo>
                    <a:pt x="0" y="511810"/>
                  </a:lnTo>
                  <a:lnTo>
                    <a:pt x="0" y="0"/>
                  </a:lnTo>
                  <a:lnTo>
                    <a:pt x="6323330" y="0"/>
                  </a:lnTo>
                </a:path>
              </a:pathLst>
            </a:custGeom>
            <a:solidFill>
              <a:srgbClr val="E4B9B7"/>
            </a:solidFill>
          </p:spPr>
        </p:sp>
        <p:sp>
          <p:nvSpPr>
            <p:cNvPr name="Freeform 20" id="20"/>
            <p:cNvSpPr/>
            <p:nvPr/>
          </p:nvSpPr>
          <p:spPr>
            <a:xfrm flipH="false" flipV="false" rot="0">
              <a:off x="5062220" y="129540"/>
              <a:ext cx="1275080" cy="6207760"/>
            </a:xfrm>
            <a:custGeom>
              <a:avLst/>
              <a:gdLst/>
              <a:ahLst/>
              <a:cxnLst/>
              <a:rect r="r" b="b" t="t" l="l"/>
              <a:pathLst>
                <a:path h="6207760" w="1275080">
                  <a:moveTo>
                    <a:pt x="1275080" y="6207760"/>
                  </a:moveTo>
                  <a:lnTo>
                    <a:pt x="1037590" y="6207760"/>
                  </a:lnTo>
                  <a:lnTo>
                    <a:pt x="1037590" y="394970"/>
                  </a:lnTo>
                  <a:lnTo>
                    <a:pt x="1275080" y="394970"/>
                  </a:lnTo>
                  <a:lnTo>
                    <a:pt x="1275080" y="6207760"/>
                  </a:lnTo>
                  <a:close/>
                  <a:moveTo>
                    <a:pt x="279400" y="0"/>
                  </a:moveTo>
                  <a:lnTo>
                    <a:pt x="0" y="0"/>
                  </a:lnTo>
                  <a:lnTo>
                    <a:pt x="0" y="279400"/>
                  </a:lnTo>
                  <a:lnTo>
                    <a:pt x="279400" y="279400"/>
                  </a:lnTo>
                  <a:lnTo>
                    <a:pt x="279400" y="0"/>
                  </a:lnTo>
                  <a:close/>
                  <a:moveTo>
                    <a:pt x="1106170" y="0"/>
                  </a:moveTo>
                  <a:lnTo>
                    <a:pt x="826770" y="0"/>
                  </a:lnTo>
                  <a:lnTo>
                    <a:pt x="826770" y="279400"/>
                  </a:lnTo>
                  <a:lnTo>
                    <a:pt x="1106170" y="279400"/>
                  </a:lnTo>
                  <a:lnTo>
                    <a:pt x="1106170" y="0"/>
                  </a:lnTo>
                  <a:close/>
                  <a:moveTo>
                    <a:pt x="692150" y="0"/>
                  </a:moveTo>
                  <a:lnTo>
                    <a:pt x="412750" y="0"/>
                  </a:lnTo>
                  <a:lnTo>
                    <a:pt x="412750" y="279400"/>
                  </a:lnTo>
                  <a:lnTo>
                    <a:pt x="692150" y="279400"/>
                  </a:lnTo>
                  <a:lnTo>
                    <a:pt x="692150" y="0"/>
                  </a:lnTo>
                  <a:close/>
                </a:path>
              </a:pathLst>
            </a:custGeom>
            <a:solidFill>
              <a:srgbClr val="FFFEFE"/>
            </a:solidFill>
          </p:spPr>
        </p:sp>
        <p:sp>
          <p:nvSpPr>
            <p:cNvPr name="Freeform 21" id="21"/>
            <p:cNvSpPr/>
            <p:nvPr/>
          </p:nvSpPr>
          <p:spPr>
            <a:xfrm flipH="false" flipV="false" rot="0">
              <a:off x="6099810" y="1642110"/>
              <a:ext cx="237490" cy="2237740"/>
            </a:xfrm>
            <a:custGeom>
              <a:avLst/>
              <a:gdLst/>
              <a:ahLst/>
              <a:cxnLst/>
              <a:rect r="r" b="b" t="t" l="l"/>
              <a:pathLst>
                <a:path h="2237740" w="237490">
                  <a:moveTo>
                    <a:pt x="237490" y="0"/>
                  </a:moveTo>
                  <a:lnTo>
                    <a:pt x="237490" y="2237740"/>
                  </a:lnTo>
                  <a:lnTo>
                    <a:pt x="0" y="2237740"/>
                  </a:lnTo>
                  <a:lnTo>
                    <a:pt x="0" y="0"/>
                  </a:lnTo>
                  <a:moveTo>
                    <a:pt x="0" y="0"/>
                  </a:moveTo>
                  <a:lnTo>
                    <a:pt x="237490" y="0"/>
                  </a:lnTo>
                </a:path>
              </a:pathLst>
            </a:custGeom>
            <a:solidFill>
              <a:srgbClr val="9DCED8"/>
            </a:solidFill>
          </p:spPr>
        </p:sp>
        <p:sp>
          <p:nvSpPr>
            <p:cNvPr name="Freeform 22" id="22"/>
            <p:cNvSpPr/>
            <p:nvPr/>
          </p:nvSpPr>
          <p:spPr>
            <a:xfrm flipH="false" flipV="false" rot="0">
              <a:off x="0" y="0"/>
              <a:ext cx="6348730" cy="6350000"/>
            </a:xfrm>
            <a:custGeom>
              <a:avLst/>
              <a:gdLst/>
              <a:ahLst/>
              <a:cxnLst/>
              <a:rect r="r" b="b" t="t" l="l"/>
              <a:pathLst>
                <a:path h="6350000" w="6348730">
                  <a:moveTo>
                    <a:pt x="12700" y="6350000"/>
                  </a:moveTo>
                  <a:cubicBezTo>
                    <a:pt x="6350" y="6350000"/>
                    <a:pt x="0" y="6344920"/>
                    <a:pt x="0" y="6337300"/>
                  </a:cubicBezTo>
                  <a:lnTo>
                    <a:pt x="0" y="12700"/>
                  </a:lnTo>
                  <a:cubicBezTo>
                    <a:pt x="0" y="6350"/>
                    <a:pt x="6350" y="0"/>
                    <a:pt x="12700" y="0"/>
                  </a:cubicBezTo>
                  <a:lnTo>
                    <a:pt x="6337300" y="0"/>
                  </a:lnTo>
                  <a:cubicBezTo>
                    <a:pt x="6341110" y="0"/>
                    <a:pt x="6344920" y="1270"/>
                    <a:pt x="6346190" y="5080"/>
                  </a:cubicBezTo>
                  <a:cubicBezTo>
                    <a:pt x="6348730" y="7620"/>
                    <a:pt x="6348730" y="10160"/>
                    <a:pt x="6348730" y="13970"/>
                  </a:cubicBezTo>
                  <a:lnTo>
                    <a:pt x="6348730" y="524510"/>
                  </a:lnTo>
                  <a:lnTo>
                    <a:pt x="6348730" y="6337300"/>
                  </a:lnTo>
                  <a:cubicBezTo>
                    <a:pt x="6348730" y="6343650"/>
                    <a:pt x="6343650" y="6350000"/>
                    <a:pt x="6336030" y="6350000"/>
                  </a:cubicBezTo>
                  <a:lnTo>
                    <a:pt x="12700" y="6350000"/>
                  </a:lnTo>
                  <a:close/>
                  <a:moveTo>
                    <a:pt x="6323330" y="6323330"/>
                  </a:moveTo>
                  <a:lnTo>
                    <a:pt x="6323330" y="3892550"/>
                  </a:lnTo>
                  <a:lnTo>
                    <a:pt x="6112510" y="3892550"/>
                  </a:lnTo>
                  <a:lnTo>
                    <a:pt x="6112510" y="6323330"/>
                  </a:lnTo>
                  <a:lnTo>
                    <a:pt x="6323330" y="6323330"/>
                  </a:lnTo>
                  <a:close/>
                  <a:moveTo>
                    <a:pt x="6085840" y="6323330"/>
                  </a:moveTo>
                  <a:lnTo>
                    <a:pt x="6085840" y="537210"/>
                  </a:lnTo>
                  <a:lnTo>
                    <a:pt x="26670" y="537210"/>
                  </a:lnTo>
                  <a:lnTo>
                    <a:pt x="26670" y="6323330"/>
                  </a:lnTo>
                  <a:lnTo>
                    <a:pt x="6085840" y="6323330"/>
                  </a:lnTo>
                  <a:close/>
                  <a:moveTo>
                    <a:pt x="6323330" y="3865880"/>
                  </a:moveTo>
                  <a:lnTo>
                    <a:pt x="6323330" y="1656080"/>
                  </a:lnTo>
                  <a:lnTo>
                    <a:pt x="6112510" y="1656080"/>
                  </a:lnTo>
                  <a:lnTo>
                    <a:pt x="6112510" y="3865880"/>
                  </a:lnTo>
                  <a:lnTo>
                    <a:pt x="6323330" y="3865880"/>
                  </a:lnTo>
                  <a:close/>
                  <a:moveTo>
                    <a:pt x="6323330" y="1629410"/>
                  </a:moveTo>
                  <a:lnTo>
                    <a:pt x="6323330" y="537210"/>
                  </a:lnTo>
                  <a:lnTo>
                    <a:pt x="6112510" y="537210"/>
                  </a:lnTo>
                  <a:lnTo>
                    <a:pt x="6112510" y="1629410"/>
                  </a:lnTo>
                  <a:lnTo>
                    <a:pt x="6323330" y="1629410"/>
                  </a:lnTo>
                  <a:close/>
                  <a:moveTo>
                    <a:pt x="6324600" y="511810"/>
                  </a:moveTo>
                  <a:lnTo>
                    <a:pt x="6324600" y="26670"/>
                  </a:lnTo>
                  <a:lnTo>
                    <a:pt x="26670" y="26670"/>
                  </a:lnTo>
                  <a:lnTo>
                    <a:pt x="26670" y="511810"/>
                  </a:lnTo>
                  <a:lnTo>
                    <a:pt x="6324600" y="511810"/>
                  </a:lnTo>
                  <a:close/>
                  <a:moveTo>
                    <a:pt x="5888990" y="421640"/>
                  </a:moveTo>
                  <a:cubicBezTo>
                    <a:pt x="5882640" y="421640"/>
                    <a:pt x="5876290" y="416560"/>
                    <a:pt x="5876290" y="408940"/>
                  </a:cubicBezTo>
                  <a:lnTo>
                    <a:pt x="5876290" y="129540"/>
                  </a:lnTo>
                  <a:cubicBezTo>
                    <a:pt x="5876290" y="121920"/>
                    <a:pt x="5882640" y="116840"/>
                    <a:pt x="5888990" y="116840"/>
                  </a:cubicBezTo>
                  <a:lnTo>
                    <a:pt x="6168390" y="116840"/>
                  </a:lnTo>
                  <a:cubicBezTo>
                    <a:pt x="6174740" y="116840"/>
                    <a:pt x="6181090" y="121920"/>
                    <a:pt x="6181090" y="129540"/>
                  </a:cubicBezTo>
                  <a:lnTo>
                    <a:pt x="6181090" y="408940"/>
                  </a:lnTo>
                  <a:cubicBezTo>
                    <a:pt x="6181090" y="415290"/>
                    <a:pt x="6176010" y="421640"/>
                    <a:pt x="6168390" y="421640"/>
                  </a:cubicBezTo>
                  <a:lnTo>
                    <a:pt x="5888990" y="421640"/>
                  </a:lnTo>
                  <a:close/>
                  <a:moveTo>
                    <a:pt x="6155690" y="394970"/>
                  </a:moveTo>
                  <a:lnTo>
                    <a:pt x="6155690" y="142240"/>
                  </a:lnTo>
                  <a:lnTo>
                    <a:pt x="5902960" y="142240"/>
                  </a:lnTo>
                  <a:lnTo>
                    <a:pt x="5902960" y="394970"/>
                  </a:lnTo>
                  <a:cubicBezTo>
                    <a:pt x="5902960" y="394970"/>
                    <a:pt x="6155690" y="394970"/>
                    <a:pt x="6155690" y="394970"/>
                  </a:cubicBezTo>
                  <a:close/>
                  <a:moveTo>
                    <a:pt x="5476240" y="421640"/>
                  </a:moveTo>
                  <a:cubicBezTo>
                    <a:pt x="5469890" y="421640"/>
                    <a:pt x="5463540" y="416560"/>
                    <a:pt x="5463540" y="408940"/>
                  </a:cubicBezTo>
                  <a:lnTo>
                    <a:pt x="5463540" y="129540"/>
                  </a:lnTo>
                  <a:cubicBezTo>
                    <a:pt x="5463540" y="123190"/>
                    <a:pt x="5468620" y="116840"/>
                    <a:pt x="5476240" y="116840"/>
                  </a:cubicBezTo>
                  <a:lnTo>
                    <a:pt x="5755640" y="116840"/>
                  </a:lnTo>
                  <a:cubicBezTo>
                    <a:pt x="5760720" y="116840"/>
                    <a:pt x="5764530" y="118110"/>
                    <a:pt x="5765800" y="120650"/>
                  </a:cubicBezTo>
                  <a:cubicBezTo>
                    <a:pt x="5768340" y="123190"/>
                    <a:pt x="5768340" y="125730"/>
                    <a:pt x="5768340" y="129540"/>
                  </a:cubicBezTo>
                  <a:lnTo>
                    <a:pt x="5768340" y="407670"/>
                  </a:lnTo>
                  <a:cubicBezTo>
                    <a:pt x="5768340" y="414020"/>
                    <a:pt x="5763260" y="420370"/>
                    <a:pt x="5755640" y="420370"/>
                  </a:cubicBezTo>
                  <a:lnTo>
                    <a:pt x="5476240" y="420370"/>
                  </a:lnTo>
                  <a:lnTo>
                    <a:pt x="5476240" y="421640"/>
                  </a:lnTo>
                  <a:close/>
                  <a:moveTo>
                    <a:pt x="5741670" y="394970"/>
                  </a:moveTo>
                  <a:lnTo>
                    <a:pt x="5741670" y="142240"/>
                  </a:lnTo>
                  <a:lnTo>
                    <a:pt x="5488940" y="142240"/>
                  </a:lnTo>
                  <a:lnTo>
                    <a:pt x="5488940" y="394970"/>
                  </a:lnTo>
                  <a:cubicBezTo>
                    <a:pt x="5488940" y="394970"/>
                    <a:pt x="5741670" y="394970"/>
                    <a:pt x="5741670" y="394970"/>
                  </a:cubicBezTo>
                  <a:close/>
                  <a:moveTo>
                    <a:pt x="5062220" y="421640"/>
                  </a:moveTo>
                  <a:cubicBezTo>
                    <a:pt x="5055870" y="421640"/>
                    <a:pt x="5049520" y="416560"/>
                    <a:pt x="5049520" y="408940"/>
                  </a:cubicBezTo>
                  <a:lnTo>
                    <a:pt x="5049520" y="129540"/>
                  </a:lnTo>
                  <a:cubicBezTo>
                    <a:pt x="5049520" y="123190"/>
                    <a:pt x="5054600" y="116840"/>
                    <a:pt x="5062220" y="116840"/>
                  </a:cubicBezTo>
                  <a:lnTo>
                    <a:pt x="5341620" y="116840"/>
                  </a:lnTo>
                  <a:cubicBezTo>
                    <a:pt x="5346700" y="116840"/>
                    <a:pt x="5350510" y="118110"/>
                    <a:pt x="5351780" y="120650"/>
                  </a:cubicBezTo>
                  <a:cubicBezTo>
                    <a:pt x="5354320" y="123190"/>
                    <a:pt x="5354320" y="125730"/>
                    <a:pt x="5354320" y="129540"/>
                  </a:cubicBezTo>
                  <a:lnTo>
                    <a:pt x="5354320" y="407670"/>
                  </a:lnTo>
                  <a:cubicBezTo>
                    <a:pt x="5354320" y="414020"/>
                    <a:pt x="5349240" y="420370"/>
                    <a:pt x="5341620" y="420370"/>
                  </a:cubicBezTo>
                  <a:lnTo>
                    <a:pt x="5062220" y="420370"/>
                  </a:lnTo>
                  <a:lnTo>
                    <a:pt x="5062220" y="421640"/>
                  </a:lnTo>
                  <a:close/>
                  <a:moveTo>
                    <a:pt x="5328920" y="394970"/>
                  </a:moveTo>
                  <a:lnTo>
                    <a:pt x="5328920" y="142240"/>
                  </a:lnTo>
                  <a:lnTo>
                    <a:pt x="5076190" y="142240"/>
                  </a:lnTo>
                  <a:lnTo>
                    <a:pt x="5076190" y="394970"/>
                  </a:lnTo>
                  <a:cubicBezTo>
                    <a:pt x="5076190" y="394970"/>
                    <a:pt x="5328920" y="394970"/>
                    <a:pt x="5328920" y="394970"/>
                  </a:cubicBezTo>
                  <a:close/>
                  <a:moveTo>
                    <a:pt x="6098540" y="351790"/>
                  </a:moveTo>
                  <a:cubicBezTo>
                    <a:pt x="6096000" y="351790"/>
                    <a:pt x="6092190" y="350520"/>
                    <a:pt x="6089650" y="349250"/>
                  </a:cubicBezTo>
                  <a:lnTo>
                    <a:pt x="6028690" y="288290"/>
                  </a:lnTo>
                  <a:lnTo>
                    <a:pt x="5967730" y="349250"/>
                  </a:lnTo>
                  <a:cubicBezTo>
                    <a:pt x="5963920" y="353060"/>
                    <a:pt x="5961380" y="353060"/>
                    <a:pt x="5958840" y="353060"/>
                  </a:cubicBezTo>
                  <a:cubicBezTo>
                    <a:pt x="5956300" y="353060"/>
                    <a:pt x="5952490" y="351790"/>
                    <a:pt x="5949950" y="350520"/>
                  </a:cubicBezTo>
                  <a:cubicBezTo>
                    <a:pt x="5944870" y="345440"/>
                    <a:pt x="5944870" y="336550"/>
                    <a:pt x="5948680" y="331470"/>
                  </a:cubicBezTo>
                  <a:lnTo>
                    <a:pt x="6009640" y="270510"/>
                  </a:lnTo>
                  <a:lnTo>
                    <a:pt x="5948680" y="209550"/>
                  </a:lnTo>
                  <a:cubicBezTo>
                    <a:pt x="5943600" y="204470"/>
                    <a:pt x="5943600" y="195580"/>
                    <a:pt x="5948680" y="190500"/>
                  </a:cubicBezTo>
                  <a:cubicBezTo>
                    <a:pt x="5951220" y="187960"/>
                    <a:pt x="5953760" y="186690"/>
                    <a:pt x="5957570" y="186690"/>
                  </a:cubicBezTo>
                  <a:cubicBezTo>
                    <a:pt x="5961380" y="186690"/>
                    <a:pt x="5965190" y="187960"/>
                    <a:pt x="5966460" y="190500"/>
                  </a:cubicBezTo>
                  <a:lnTo>
                    <a:pt x="6027420" y="251460"/>
                  </a:lnTo>
                  <a:lnTo>
                    <a:pt x="6088380" y="190500"/>
                  </a:lnTo>
                  <a:cubicBezTo>
                    <a:pt x="6090920" y="187960"/>
                    <a:pt x="6093460" y="186690"/>
                    <a:pt x="6097270" y="186690"/>
                  </a:cubicBezTo>
                  <a:cubicBezTo>
                    <a:pt x="6101080" y="186690"/>
                    <a:pt x="6104890" y="187960"/>
                    <a:pt x="6106160" y="190500"/>
                  </a:cubicBezTo>
                  <a:cubicBezTo>
                    <a:pt x="6108700" y="193040"/>
                    <a:pt x="6109970" y="196850"/>
                    <a:pt x="6109970" y="201930"/>
                  </a:cubicBezTo>
                  <a:cubicBezTo>
                    <a:pt x="6109970" y="205740"/>
                    <a:pt x="6108700" y="208280"/>
                    <a:pt x="6106160" y="209550"/>
                  </a:cubicBezTo>
                  <a:lnTo>
                    <a:pt x="6046470" y="269240"/>
                  </a:lnTo>
                  <a:lnTo>
                    <a:pt x="6107430" y="330200"/>
                  </a:lnTo>
                  <a:cubicBezTo>
                    <a:pt x="6112510" y="335280"/>
                    <a:pt x="6112510" y="344170"/>
                    <a:pt x="6107430" y="349250"/>
                  </a:cubicBezTo>
                  <a:cubicBezTo>
                    <a:pt x="6104890" y="351790"/>
                    <a:pt x="6101080" y="351790"/>
                    <a:pt x="6098540" y="351790"/>
                  </a:cubicBezTo>
                  <a:close/>
                  <a:moveTo>
                    <a:pt x="5538470" y="351790"/>
                  </a:moveTo>
                  <a:cubicBezTo>
                    <a:pt x="5532120" y="351790"/>
                    <a:pt x="5525770" y="345440"/>
                    <a:pt x="5525770" y="339090"/>
                  </a:cubicBezTo>
                  <a:lnTo>
                    <a:pt x="5525770" y="199390"/>
                  </a:lnTo>
                  <a:cubicBezTo>
                    <a:pt x="5525770" y="193040"/>
                    <a:pt x="5530850" y="186690"/>
                    <a:pt x="5538470" y="186690"/>
                  </a:cubicBezTo>
                  <a:lnTo>
                    <a:pt x="5692140" y="186690"/>
                  </a:lnTo>
                  <a:cubicBezTo>
                    <a:pt x="5698490" y="186690"/>
                    <a:pt x="5704840" y="191770"/>
                    <a:pt x="5704840" y="199390"/>
                  </a:cubicBezTo>
                  <a:lnTo>
                    <a:pt x="5704840" y="339090"/>
                  </a:lnTo>
                  <a:cubicBezTo>
                    <a:pt x="5704840" y="345440"/>
                    <a:pt x="5699760" y="351790"/>
                    <a:pt x="5692140" y="351790"/>
                  </a:cubicBezTo>
                  <a:lnTo>
                    <a:pt x="5538470" y="351790"/>
                  </a:lnTo>
                  <a:close/>
                  <a:moveTo>
                    <a:pt x="5679440" y="325120"/>
                  </a:moveTo>
                  <a:lnTo>
                    <a:pt x="5679440" y="245110"/>
                  </a:lnTo>
                  <a:lnTo>
                    <a:pt x="5551170" y="245110"/>
                  </a:lnTo>
                  <a:lnTo>
                    <a:pt x="5551170" y="325120"/>
                  </a:lnTo>
                  <a:cubicBezTo>
                    <a:pt x="5551170" y="325120"/>
                    <a:pt x="5679440" y="325120"/>
                    <a:pt x="5679440" y="325120"/>
                  </a:cubicBezTo>
                  <a:close/>
                  <a:moveTo>
                    <a:pt x="5116830" y="351790"/>
                  </a:moveTo>
                  <a:cubicBezTo>
                    <a:pt x="5109210" y="351790"/>
                    <a:pt x="5104130" y="345440"/>
                    <a:pt x="5104130" y="339090"/>
                  </a:cubicBezTo>
                  <a:cubicBezTo>
                    <a:pt x="5104130" y="331470"/>
                    <a:pt x="5110480" y="326390"/>
                    <a:pt x="5116830" y="326390"/>
                  </a:cubicBezTo>
                  <a:lnTo>
                    <a:pt x="5288280" y="326390"/>
                  </a:lnTo>
                  <a:cubicBezTo>
                    <a:pt x="5295900" y="326390"/>
                    <a:pt x="5300980" y="332740"/>
                    <a:pt x="5300980" y="339090"/>
                  </a:cubicBezTo>
                  <a:cubicBezTo>
                    <a:pt x="5300980" y="346710"/>
                    <a:pt x="5294630" y="351790"/>
                    <a:pt x="5288280" y="351790"/>
                  </a:cubicBezTo>
                  <a:lnTo>
                    <a:pt x="5116830" y="351790"/>
                  </a:lnTo>
                  <a:close/>
                </a:path>
              </a:pathLst>
            </a:custGeom>
            <a:solidFill>
              <a:srgbClr val="000000"/>
            </a:solidFill>
          </p:spPr>
        </p:sp>
      </p:grpSp>
      <p:grpSp>
        <p:nvGrpSpPr>
          <p:cNvPr name="Group 23" id="23"/>
          <p:cNvGrpSpPr/>
          <p:nvPr/>
        </p:nvGrpSpPr>
        <p:grpSpPr>
          <a:xfrm rot="0">
            <a:off x="9144000" y="5143500"/>
            <a:ext cx="9050771" cy="1768908"/>
            <a:chOff x="0" y="0"/>
            <a:chExt cx="12067695" cy="2358545"/>
          </a:xfrm>
        </p:grpSpPr>
        <p:sp>
          <p:nvSpPr>
            <p:cNvPr name="TextBox 24" id="24"/>
            <p:cNvSpPr txBox="true"/>
            <p:nvPr/>
          </p:nvSpPr>
          <p:spPr>
            <a:xfrm rot="0">
              <a:off x="0" y="123825"/>
              <a:ext cx="12067695" cy="1371401"/>
            </a:xfrm>
            <a:prstGeom prst="rect">
              <a:avLst/>
            </a:prstGeom>
          </p:spPr>
          <p:txBody>
            <a:bodyPr anchor="t" rtlCol="false" tIns="0" lIns="0" bIns="0" rIns="0">
              <a:spAutoFit/>
            </a:bodyPr>
            <a:lstStyle/>
            <a:p>
              <a:pPr algn="l">
                <a:lnSpc>
                  <a:spcPts val="7400"/>
                </a:lnSpc>
              </a:pPr>
              <a:r>
                <a:rPr lang="en-US" sz="7400" b="true">
                  <a:solidFill>
                    <a:srgbClr val="000000"/>
                  </a:solidFill>
                  <a:latin typeface="Courier Prime Bold"/>
                  <a:ea typeface="Courier Prime Bold"/>
                  <a:cs typeface="Courier Prime Bold"/>
                  <a:sym typeface="Courier Prime Bold"/>
                </a:rPr>
                <a:t>Results</a:t>
              </a:r>
            </a:p>
          </p:txBody>
        </p:sp>
        <p:sp>
          <p:nvSpPr>
            <p:cNvPr name="TextBox 25" id="25"/>
            <p:cNvSpPr txBox="true"/>
            <p:nvPr/>
          </p:nvSpPr>
          <p:spPr>
            <a:xfrm rot="0">
              <a:off x="0" y="1739420"/>
              <a:ext cx="8871998" cy="619125"/>
            </a:xfrm>
            <a:prstGeom prst="rect">
              <a:avLst/>
            </a:prstGeom>
          </p:spPr>
          <p:txBody>
            <a:bodyPr anchor="t" rtlCol="false" tIns="0" lIns="0" bIns="0" rIns="0">
              <a:spAutoFit/>
            </a:bodyPr>
            <a:lstStyle/>
            <a:p>
              <a:pPr algn="l" marL="0" indent="0" lvl="0">
                <a:lnSpc>
                  <a:spcPts val="3600"/>
                </a:lnSpc>
                <a:spcBef>
                  <a:spcPct val="0"/>
                </a:spcBef>
              </a:pP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6F2F2"/>
        </a:solidFill>
      </p:bgPr>
    </p:bg>
    <p:spTree>
      <p:nvGrpSpPr>
        <p:cNvPr id="1" name=""/>
        <p:cNvGrpSpPr/>
        <p:nvPr/>
      </p:nvGrpSpPr>
      <p:grpSpPr>
        <a:xfrm>
          <a:off x="0" y="0"/>
          <a:ext cx="0" cy="0"/>
          <a:chOff x="0" y="0"/>
          <a:chExt cx="0" cy="0"/>
        </a:xfrm>
      </p:grpSpPr>
      <p:grpSp>
        <p:nvGrpSpPr>
          <p:cNvPr name="Group 2" id="2"/>
          <p:cNvGrpSpPr/>
          <p:nvPr/>
        </p:nvGrpSpPr>
        <p:grpSpPr>
          <a:xfrm rot="0">
            <a:off x="666750" y="1472354"/>
            <a:ext cx="16954500" cy="8147896"/>
            <a:chOff x="0" y="0"/>
            <a:chExt cx="32818334" cy="15771645"/>
          </a:xfrm>
        </p:grpSpPr>
        <p:sp>
          <p:nvSpPr>
            <p:cNvPr name="Freeform 3" id="3"/>
            <p:cNvSpPr/>
            <p:nvPr/>
          </p:nvSpPr>
          <p:spPr>
            <a:xfrm flipH="false" flipV="false" rot="0">
              <a:off x="0" y="0"/>
              <a:ext cx="32818335" cy="15771645"/>
            </a:xfrm>
            <a:custGeom>
              <a:avLst/>
              <a:gdLst/>
              <a:ahLst/>
              <a:cxnLst/>
              <a:rect r="r" b="b" t="t" l="l"/>
              <a:pathLst>
                <a:path h="15771645" w="32818335">
                  <a:moveTo>
                    <a:pt x="0" y="0"/>
                  </a:moveTo>
                  <a:lnTo>
                    <a:pt x="0" y="15771645"/>
                  </a:lnTo>
                  <a:lnTo>
                    <a:pt x="32818335" y="15771645"/>
                  </a:lnTo>
                  <a:lnTo>
                    <a:pt x="32818335" y="0"/>
                  </a:lnTo>
                  <a:lnTo>
                    <a:pt x="0" y="0"/>
                  </a:lnTo>
                  <a:close/>
                  <a:moveTo>
                    <a:pt x="32757374" y="15710684"/>
                  </a:moveTo>
                  <a:lnTo>
                    <a:pt x="59690" y="15710684"/>
                  </a:lnTo>
                  <a:lnTo>
                    <a:pt x="59690" y="59690"/>
                  </a:lnTo>
                  <a:lnTo>
                    <a:pt x="32757374" y="59690"/>
                  </a:lnTo>
                  <a:lnTo>
                    <a:pt x="32757374" y="15710684"/>
                  </a:lnTo>
                  <a:close/>
                </a:path>
              </a:pathLst>
            </a:custGeom>
            <a:solidFill>
              <a:srgbClr val="000000"/>
            </a:solidFill>
          </p:spPr>
        </p:sp>
      </p:grpSp>
      <p:grpSp>
        <p:nvGrpSpPr>
          <p:cNvPr name="Group 4" id="4"/>
          <p:cNvGrpSpPr/>
          <p:nvPr/>
        </p:nvGrpSpPr>
        <p:grpSpPr>
          <a:xfrm rot="0">
            <a:off x="666750" y="666750"/>
            <a:ext cx="16954500" cy="866314"/>
            <a:chOff x="0" y="0"/>
            <a:chExt cx="90918020" cy="4645584"/>
          </a:xfrm>
        </p:grpSpPr>
        <p:sp>
          <p:nvSpPr>
            <p:cNvPr name="Freeform 5" id="5"/>
            <p:cNvSpPr/>
            <p:nvPr/>
          </p:nvSpPr>
          <p:spPr>
            <a:xfrm flipH="false" flipV="false" rot="0">
              <a:off x="72390" y="72390"/>
              <a:ext cx="90773240" cy="4500805"/>
            </a:xfrm>
            <a:custGeom>
              <a:avLst/>
              <a:gdLst/>
              <a:ahLst/>
              <a:cxnLst/>
              <a:rect r="r" b="b" t="t" l="l"/>
              <a:pathLst>
                <a:path h="4500805" w="90773240">
                  <a:moveTo>
                    <a:pt x="0" y="0"/>
                  </a:moveTo>
                  <a:lnTo>
                    <a:pt x="90773240" y="0"/>
                  </a:lnTo>
                  <a:lnTo>
                    <a:pt x="90773240" y="4500805"/>
                  </a:lnTo>
                  <a:lnTo>
                    <a:pt x="0" y="4500805"/>
                  </a:lnTo>
                  <a:lnTo>
                    <a:pt x="0" y="0"/>
                  </a:lnTo>
                  <a:close/>
                </a:path>
              </a:pathLst>
            </a:custGeom>
            <a:solidFill>
              <a:srgbClr val="9DCED8"/>
            </a:solidFill>
          </p:spPr>
        </p:sp>
        <p:sp>
          <p:nvSpPr>
            <p:cNvPr name="Freeform 6" id="6"/>
            <p:cNvSpPr/>
            <p:nvPr/>
          </p:nvSpPr>
          <p:spPr>
            <a:xfrm flipH="false" flipV="false" rot="0">
              <a:off x="0" y="0"/>
              <a:ext cx="90918023" cy="4645584"/>
            </a:xfrm>
            <a:custGeom>
              <a:avLst/>
              <a:gdLst/>
              <a:ahLst/>
              <a:cxnLst/>
              <a:rect r="r" b="b" t="t" l="l"/>
              <a:pathLst>
                <a:path h="4645584" w="90918023">
                  <a:moveTo>
                    <a:pt x="90773238" y="4500804"/>
                  </a:moveTo>
                  <a:lnTo>
                    <a:pt x="90918023" y="4500804"/>
                  </a:lnTo>
                  <a:lnTo>
                    <a:pt x="90918023" y="4645584"/>
                  </a:lnTo>
                  <a:lnTo>
                    <a:pt x="90773238" y="4645584"/>
                  </a:lnTo>
                  <a:lnTo>
                    <a:pt x="90773238" y="4500804"/>
                  </a:lnTo>
                  <a:close/>
                  <a:moveTo>
                    <a:pt x="0" y="144780"/>
                  </a:moveTo>
                  <a:lnTo>
                    <a:pt x="144780" y="144780"/>
                  </a:lnTo>
                  <a:lnTo>
                    <a:pt x="144780" y="4500804"/>
                  </a:lnTo>
                  <a:lnTo>
                    <a:pt x="0" y="4500804"/>
                  </a:lnTo>
                  <a:lnTo>
                    <a:pt x="0" y="144780"/>
                  </a:lnTo>
                  <a:close/>
                  <a:moveTo>
                    <a:pt x="0" y="4500804"/>
                  </a:moveTo>
                  <a:lnTo>
                    <a:pt x="144780" y="4500804"/>
                  </a:lnTo>
                  <a:lnTo>
                    <a:pt x="144780" y="4645584"/>
                  </a:lnTo>
                  <a:lnTo>
                    <a:pt x="0" y="4645584"/>
                  </a:lnTo>
                  <a:lnTo>
                    <a:pt x="0" y="4500804"/>
                  </a:lnTo>
                  <a:close/>
                  <a:moveTo>
                    <a:pt x="90773238" y="144780"/>
                  </a:moveTo>
                  <a:lnTo>
                    <a:pt x="90918023" y="144780"/>
                  </a:lnTo>
                  <a:lnTo>
                    <a:pt x="90918023" y="4500804"/>
                  </a:lnTo>
                  <a:lnTo>
                    <a:pt x="90773238" y="4500804"/>
                  </a:lnTo>
                  <a:lnTo>
                    <a:pt x="90773238" y="144780"/>
                  </a:lnTo>
                  <a:close/>
                  <a:moveTo>
                    <a:pt x="144780" y="4500804"/>
                  </a:moveTo>
                  <a:lnTo>
                    <a:pt x="90773238" y="4500804"/>
                  </a:lnTo>
                  <a:lnTo>
                    <a:pt x="90773238" y="4645584"/>
                  </a:lnTo>
                  <a:lnTo>
                    <a:pt x="144780" y="4645584"/>
                  </a:lnTo>
                  <a:lnTo>
                    <a:pt x="144780" y="4500804"/>
                  </a:lnTo>
                  <a:close/>
                  <a:moveTo>
                    <a:pt x="90773238" y="0"/>
                  </a:moveTo>
                  <a:lnTo>
                    <a:pt x="90918023" y="0"/>
                  </a:lnTo>
                  <a:lnTo>
                    <a:pt x="90918023" y="144780"/>
                  </a:lnTo>
                  <a:lnTo>
                    <a:pt x="90773238" y="144780"/>
                  </a:lnTo>
                  <a:lnTo>
                    <a:pt x="90773238" y="0"/>
                  </a:lnTo>
                  <a:close/>
                  <a:moveTo>
                    <a:pt x="0" y="0"/>
                  </a:moveTo>
                  <a:lnTo>
                    <a:pt x="144780" y="0"/>
                  </a:lnTo>
                  <a:lnTo>
                    <a:pt x="144780" y="144780"/>
                  </a:lnTo>
                  <a:lnTo>
                    <a:pt x="0" y="144780"/>
                  </a:lnTo>
                  <a:lnTo>
                    <a:pt x="0" y="0"/>
                  </a:lnTo>
                  <a:close/>
                  <a:moveTo>
                    <a:pt x="144780" y="0"/>
                  </a:moveTo>
                  <a:lnTo>
                    <a:pt x="90773238" y="0"/>
                  </a:lnTo>
                  <a:lnTo>
                    <a:pt x="90773238" y="144780"/>
                  </a:lnTo>
                  <a:lnTo>
                    <a:pt x="144780" y="144780"/>
                  </a:lnTo>
                  <a:lnTo>
                    <a:pt x="144780" y="0"/>
                  </a:lnTo>
                  <a:close/>
                </a:path>
              </a:pathLst>
            </a:custGeom>
            <a:solidFill>
              <a:srgbClr val="000000"/>
            </a:solidFill>
          </p:spPr>
        </p:sp>
      </p:grpSp>
      <p:grpSp>
        <p:nvGrpSpPr>
          <p:cNvPr name="Group 7" id="7"/>
          <p:cNvGrpSpPr>
            <a:grpSpLocks noChangeAspect="true"/>
          </p:cNvGrpSpPr>
          <p:nvPr/>
        </p:nvGrpSpPr>
        <p:grpSpPr>
          <a:xfrm rot="0">
            <a:off x="1219200" y="959306"/>
            <a:ext cx="281202" cy="281202"/>
            <a:chOff x="0" y="0"/>
            <a:chExt cx="495300" cy="495300"/>
          </a:xfrm>
        </p:grpSpPr>
        <p:sp>
          <p:nvSpPr>
            <p:cNvPr name="Freeform 8" id="8"/>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9" id="9"/>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4B9B7"/>
            </a:solidFill>
          </p:spPr>
        </p:sp>
      </p:grpSp>
      <p:grpSp>
        <p:nvGrpSpPr>
          <p:cNvPr name="Group 10" id="10"/>
          <p:cNvGrpSpPr>
            <a:grpSpLocks noChangeAspect="true"/>
          </p:cNvGrpSpPr>
          <p:nvPr/>
        </p:nvGrpSpPr>
        <p:grpSpPr>
          <a:xfrm rot="0">
            <a:off x="1742282" y="959306"/>
            <a:ext cx="281202" cy="281202"/>
            <a:chOff x="0" y="0"/>
            <a:chExt cx="495300" cy="495300"/>
          </a:xfrm>
        </p:grpSpPr>
        <p:sp>
          <p:nvSpPr>
            <p:cNvPr name="Freeform 11" id="11"/>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2" id="12"/>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AD486"/>
            </a:solidFill>
          </p:spPr>
        </p:sp>
      </p:grpSp>
      <p:grpSp>
        <p:nvGrpSpPr>
          <p:cNvPr name="Group 13" id="13"/>
          <p:cNvGrpSpPr>
            <a:grpSpLocks noChangeAspect="true"/>
          </p:cNvGrpSpPr>
          <p:nvPr/>
        </p:nvGrpSpPr>
        <p:grpSpPr>
          <a:xfrm rot="0">
            <a:off x="2265364" y="959306"/>
            <a:ext cx="281202" cy="281202"/>
            <a:chOff x="0" y="0"/>
            <a:chExt cx="495300" cy="495300"/>
          </a:xfrm>
        </p:grpSpPr>
        <p:sp>
          <p:nvSpPr>
            <p:cNvPr name="Freeform 14" id="14"/>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5" id="15"/>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CAE4BA"/>
            </a:solidFill>
          </p:spPr>
        </p:sp>
      </p:grpSp>
      <p:sp>
        <p:nvSpPr>
          <p:cNvPr name="Freeform 16" id="16"/>
          <p:cNvSpPr/>
          <p:nvPr/>
        </p:nvSpPr>
        <p:spPr>
          <a:xfrm flipH="false" flipV="false" rot="0">
            <a:off x="16759710" y="945362"/>
            <a:ext cx="309090" cy="309090"/>
          </a:xfrm>
          <a:custGeom>
            <a:avLst/>
            <a:gdLst/>
            <a:ahLst/>
            <a:cxnLst/>
            <a:rect r="r" b="b" t="t" l="l"/>
            <a:pathLst>
              <a:path h="309090" w="309090">
                <a:moveTo>
                  <a:pt x="0" y="0"/>
                </a:moveTo>
                <a:lnTo>
                  <a:pt x="309090" y="0"/>
                </a:lnTo>
                <a:lnTo>
                  <a:pt x="309090" y="309090"/>
                </a:lnTo>
                <a:lnTo>
                  <a:pt x="0" y="3090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7" id="17"/>
          <p:cNvGrpSpPr/>
          <p:nvPr/>
        </p:nvGrpSpPr>
        <p:grpSpPr>
          <a:xfrm rot="0">
            <a:off x="777127" y="4527137"/>
            <a:ext cx="8491538" cy="2038330"/>
            <a:chOff x="0" y="0"/>
            <a:chExt cx="43014338" cy="10325270"/>
          </a:xfrm>
        </p:grpSpPr>
        <p:sp>
          <p:nvSpPr>
            <p:cNvPr name="Freeform 18" id="18"/>
            <p:cNvSpPr/>
            <p:nvPr/>
          </p:nvSpPr>
          <p:spPr>
            <a:xfrm flipH="false" flipV="false" rot="0">
              <a:off x="72390" y="72390"/>
              <a:ext cx="42869559" cy="10180490"/>
            </a:xfrm>
            <a:custGeom>
              <a:avLst/>
              <a:gdLst/>
              <a:ahLst/>
              <a:cxnLst/>
              <a:rect r="r" b="b" t="t" l="l"/>
              <a:pathLst>
                <a:path h="10180490" w="42869559">
                  <a:moveTo>
                    <a:pt x="0" y="0"/>
                  </a:moveTo>
                  <a:lnTo>
                    <a:pt x="42869559" y="0"/>
                  </a:lnTo>
                  <a:lnTo>
                    <a:pt x="42869559" y="10180490"/>
                  </a:lnTo>
                  <a:lnTo>
                    <a:pt x="0" y="10180490"/>
                  </a:lnTo>
                  <a:lnTo>
                    <a:pt x="0" y="0"/>
                  </a:lnTo>
                  <a:close/>
                </a:path>
              </a:pathLst>
            </a:custGeom>
            <a:solidFill>
              <a:srgbClr val="EAD486"/>
            </a:solidFill>
          </p:spPr>
        </p:sp>
        <p:sp>
          <p:nvSpPr>
            <p:cNvPr name="Freeform 19" id="19"/>
            <p:cNvSpPr/>
            <p:nvPr/>
          </p:nvSpPr>
          <p:spPr>
            <a:xfrm flipH="false" flipV="false" rot="0">
              <a:off x="0" y="0"/>
              <a:ext cx="43014339" cy="10325271"/>
            </a:xfrm>
            <a:custGeom>
              <a:avLst/>
              <a:gdLst/>
              <a:ahLst/>
              <a:cxnLst/>
              <a:rect r="r" b="b" t="t" l="l"/>
              <a:pathLst>
                <a:path h="10325271" w="43014339">
                  <a:moveTo>
                    <a:pt x="42869560" y="10180490"/>
                  </a:moveTo>
                  <a:lnTo>
                    <a:pt x="43014339" y="10180490"/>
                  </a:lnTo>
                  <a:lnTo>
                    <a:pt x="43014339" y="10325271"/>
                  </a:lnTo>
                  <a:lnTo>
                    <a:pt x="42869560" y="10325271"/>
                  </a:lnTo>
                  <a:lnTo>
                    <a:pt x="42869560" y="10180490"/>
                  </a:lnTo>
                  <a:close/>
                  <a:moveTo>
                    <a:pt x="0" y="144780"/>
                  </a:moveTo>
                  <a:lnTo>
                    <a:pt x="144780" y="144780"/>
                  </a:lnTo>
                  <a:lnTo>
                    <a:pt x="144780" y="10180490"/>
                  </a:lnTo>
                  <a:lnTo>
                    <a:pt x="0" y="10180490"/>
                  </a:lnTo>
                  <a:lnTo>
                    <a:pt x="0" y="144780"/>
                  </a:lnTo>
                  <a:close/>
                  <a:moveTo>
                    <a:pt x="0" y="10180490"/>
                  </a:moveTo>
                  <a:lnTo>
                    <a:pt x="144780" y="10180490"/>
                  </a:lnTo>
                  <a:lnTo>
                    <a:pt x="144780" y="10325271"/>
                  </a:lnTo>
                  <a:lnTo>
                    <a:pt x="0" y="10325271"/>
                  </a:lnTo>
                  <a:lnTo>
                    <a:pt x="0" y="10180490"/>
                  </a:lnTo>
                  <a:close/>
                  <a:moveTo>
                    <a:pt x="42869560" y="144780"/>
                  </a:moveTo>
                  <a:lnTo>
                    <a:pt x="43014339" y="144780"/>
                  </a:lnTo>
                  <a:lnTo>
                    <a:pt x="43014339" y="10180490"/>
                  </a:lnTo>
                  <a:lnTo>
                    <a:pt x="42869560" y="10180490"/>
                  </a:lnTo>
                  <a:lnTo>
                    <a:pt x="42869560" y="144780"/>
                  </a:lnTo>
                  <a:close/>
                  <a:moveTo>
                    <a:pt x="144780" y="10180490"/>
                  </a:moveTo>
                  <a:lnTo>
                    <a:pt x="42869560" y="10180490"/>
                  </a:lnTo>
                  <a:lnTo>
                    <a:pt x="42869560" y="10325271"/>
                  </a:lnTo>
                  <a:lnTo>
                    <a:pt x="144780" y="10325271"/>
                  </a:lnTo>
                  <a:lnTo>
                    <a:pt x="144780" y="10180490"/>
                  </a:lnTo>
                  <a:close/>
                  <a:moveTo>
                    <a:pt x="42869560" y="0"/>
                  </a:moveTo>
                  <a:lnTo>
                    <a:pt x="43014339" y="0"/>
                  </a:lnTo>
                  <a:lnTo>
                    <a:pt x="43014339" y="144780"/>
                  </a:lnTo>
                  <a:lnTo>
                    <a:pt x="42869560" y="144780"/>
                  </a:lnTo>
                  <a:lnTo>
                    <a:pt x="42869560" y="0"/>
                  </a:lnTo>
                  <a:close/>
                  <a:moveTo>
                    <a:pt x="0" y="0"/>
                  </a:moveTo>
                  <a:lnTo>
                    <a:pt x="144780" y="0"/>
                  </a:lnTo>
                  <a:lnTo>
                    <a:pt x="144780" y="144780"/>
                  </a:lnTo>
                  <a:lnTo>
                    <a:pt x="0" y="144780"/>
                  </a:lnTo>
                  <a:lnTo>
                    <a:pt x="0" y="0"/>
                  </a:lnTo>
                  <a:close/>
                  <a:moveTo>
                    <a:pt x="144780" y="0"/>
                  </a:moveTo>
                  <a:lnTo>
                    <a:pt x="42869560" y="0"/>
                  </a:lnTo>
                  <a:lnTo>
                    <a:pt x="42869560" y="144780"/>
                  </a:lnTo>
                  <a:lnTo>
                    <a:pt x="144780" y="144780"/>
                  </a:lnTo>
                  <a:lnTo>
                    <a:pt x="144780" y="0"/>
                  </a:lnTo>
                  <a:close/>
                </a:path>
              </a:pathLst>
            </a:custGeom>
            <a:solidFill>
              <a:srgbClr val="000000"/>
            </a:solidFill>
          </p:spPr>
        </p:sp>
      </p:grpSp>
      <p:sp>
        <p:nvSpPr>
          <p:cNvPr name="AutoShape 20" id="20"/>
          <p:cNvSpPr/>
          <p:nvPr/>
        </p:nvSpPr>
        <p:spPr>
          <a:xfrm rot="-5400000">
            <a:off x="5100407" y="5562370"/>
            <a:ext cx="8087186" cy="0"/>
          </a:xfrm>
          <a:prstGeom prst="line">
            <a:avLst/>
          </a:prstGeom>
          <a:ln cap="rnd" w="28575">
            <a:solidFill>
              <a:srgbClr val="000000"/>
            </a:solidFill>
            <a:prstDash val="solid"/>
            <a:headEnd type="none" len="sm" w="sm"/>
            <a:tailEnd type="none" len="sm" w="sm"/>
          </a:ln>
        </p:spPr>
      </p:sp>
      <p:sp>
        <p:nvSpPr>
          <p:cNvPr name="Freeform 21" id="21"/>
          <p:cNvSpPr/>
          <p:nvPr/>
        </p:nvSpPr>
        <p:spPr>
          <a:xfrm flipH="false" flipV="false" rot="0">
            <a:off x="9268664" y="1533064"/>
            <a:ext cx="8352586" cy="7416627"/>
          </a:xfrm>
          <a:custGeom>
            <a:avLst/>
            <a:gdLst/>
            <a:ahLst/>
            <a:cxnLst/>
            <a:rect r="r" b="b" t="t" l="l"/>
            <a:pathLst>
              <a:path h="7416627" w="8352586">
                <a:moveTo>
                  <a:pt x="0" y="0"/>
                </a:moveTo>
                <a:lnTo>
                  <a:pt x="8352586" y="0"/>
                </a:lnTo>
                <a:lnTo>
                  <a:pt x="8352586" y="7416627"/>
                </a:lnTo>
                <a:lnTo>
                  <a:pt x="0" y="7416627"/>
                </a:lnTo>
                <a:lnTo>
                  <a:pt x="0" y="0"/>
                </a:lnTo>
                <a:close/>
              </a:path>
            </a:pathLst>
          </a:custGeom>
          <a:blipFill>
            <a:blip r:embed="rId4"/>
            <a:stretch>
              <a:fillRect l="-6835" t="-3079" r="-9114" b="-5645"/>
            </a:stretch>
          </a:blipFill>
        </p:spPr>
      </p:sp>
      <p:sp>
        <p:nvSpPr>
          <p:cNvPr name="TextBox 22" id="22"/>
          <p:cNvSpPr txBox="true"/>
          <p:nvPr/>
        </p:nvSpPr>
        <p:spPr>
          <a:xfrm rot="0">
            <a:off x="1028700" y="4814465"/>
            <a:ext cx="7986713" cy="1539875"/>
          </a:xfrm>
          <a:prstGeom prst="rect">
            <a:avLst/>
          </a:prstGeom>
        </p:spPr>
        <p:txBody>
          <a:bodyPr anchor="t" rtlCol="false" tIns="0" lIns="0" bIns="0" rIns="0">
            <a:spAutoFit/>
          </a:bodyPr>
          <a:lstStyle/>
          <a:p>
            <a:pPr algn="l">
              <a:lnSpc>
                <a:spcPts val="3999"/>
              </a:lnSpc>
            </a:pPr>
            <a:r>
              <a:rPr lang="en-US" b="true" sz="3999" spc="199">
                <a:solidFill>
                  <a:srgbClr val="000000"/>
                </a:solidFill>
                <a:latin typeface="Cartograph Mono Bold"/>
                <a:ea typeface="Cartograph Mono Bold"/>
                <a:cs typeface="Cartograph Mono Bold"/>
                <a:sym typeface="Cartograph Mono Bold"/>
              </a:rPr>
              <a:t>PUTTY CONFIGURATION FOR SSH CONNECTION SETUP</a:t>
            </a:r>
          </a:p>
          <a:p>
            <a:pPr algn="l" marL="0" indent="0" lvl="0">
              <a:lnSpc>
                <a:spcPts val="3999"/>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6F2F2"/>
        </a:solidFill>
      </p:bgPr>
    </p:bg>
    <p:spTree>
      <p:nvGrpSpPr>
        <p:cNvPr id="1" name=""/>
        <p:cNvGrpSpPr/>
        <p:nvPr/>
      </p:nvGrpSpPr>
      <p:grpSpPr>
        <a:xfrm>
          <a:off x="0" y="0"/>
          <a:ext cx="0" cy="0"/>
          <a:chOff x="0" y="0"/>
          <a:chExt cx="0" cy="0"/>
        </a:xfrm>
      </p:grpSpPr>
      <p:grpSp>
        <p:nvGrpSpPr>
          <p:cNvPr name="Group 2" id="2"/>
          <p:cNvGrpSpPr/>
          <p:nvPr/>
        </p:nvGrpSpPr>
        <p:grpSpPr>
          <a:xfrm rot="0">
            <a:off x="666750" y="1472354"/>
            <a:ext cx="16954500" cy="8147896"/>
            <a:chOff x="0" y="0"/>
            <a:chExt cx="32818334" cy="15771645"/>
          </a:xfrm>
        </p:grpSpPr>
        <p:sp>
          <p:nvSpPr>
            <p:cNvPr name="Freeform 3" id="3"/>
            <p:cNvSpPr/>
            <p:nvPr/>
          </p:nvSpPr>
          <p:spPr>
            <a:xfrm flipH="false" flipV="false" rot="0">
              <a:off x="0" y="0"/>
              <a:ext cx="32818335" cy="15771645"/>
            </a:xfrm>
            <a:custGeom>
              <a:avLst/>
              <a:gdLst/>
              <a:ahLst/>
              <a:cxnLst/>
              <a:rect r="r" b="b" t="t" l="l"/>
              <a:pathLst>
                <a:path h="15771645" w="32818335">
                  <a:moveTo>
                    <a:pt x="0" y="0"/>
                  </a:moveTo>
                  <a:lnTo>
                    <a:pt x="0" y="15771645"/>
                  </a:lnTo>
                  <a:lnTo>
                    <a:pt x="32818335" y="15771645"/>
                  </a:lnTo>
                  <a:lnTo>
                    <a:pt x="32818335" y="0"/>
                  </a:lnTo>
                  <a:lnTo>
                    <a:pt x="0" y="0"/>
                  </a:lnTo>
                  <a:close/>
                  <a:moveTo>
                    <a:pt x="32757374" y="15710684"/>
                  </a:moveTo>
                  <a:lnTo>
                    <a:pt x="59690" y="15710684"/>
                  </a:lnTo>
                  <a:lnTo>
                    <a:pt x="59690" y="59690"/>
                  </a:lnTo>
                  <a:lnTo>
                    <a:pt x="32757374" y="59690"/>
                  </a:lnTo>
                  <a:lnTo>
                    <a:pt x="32757374" y="15710684"/>
                  </a:lnTo>
                  <a:close/>
                </a:path>
              </a:pathLst>
            </a:custGeom>
            <a:solidFill>
              <a:srgbClr val="000000"/>
            </a:solidFill>
          </p:spPr>
        </p:sp>
      </p:grpSp>
      <p:grpSp>
        <p:nvGrpSpPr>
          <p:cNvPr name="Group 4" id="4"/>
          <p:cNvGrpSpPr/>
          <p:nvPr/>
        </p:nvGrpSpPr>
        <p:grpSpPr>
          <a:xfrm rot="0">
            <a:off x="10722057" y="1472354"/>
            <a:ext cx="6899193" cy="8147896"/>
            <a:chOff x="0" y="0"/>
            <a:chExt cx="34948232" cy="41273602"/>
          </a:xfrm>
        </p:grpSpPr>
        <p:sp>
          <p:nvSpPr>
            <p:cNvPr name="Freeform 5" id="5"/>
            <p:cNvSpPr/>
            <p:nvPr/>
          </p:nvSpPr>
          <p:spPr>
            <a:xfrm flipH="false" flipV="false" rot="0">
              <a:off x="72390" y="72390"/>
              <a:ext cx="34803453" cy="41128822"/>
            </a:xfrm>
            <a:custGeom>
              <a:avLst/>
              <a:gdLst/>
              <a:ahLst/>
              <a:cxnLst/>
              <a:rect r="r" b="b" t="t" l="l"/>
              <a:pathLst>
                <a:path h="41128822" w="34803453">
                  <a:moveTo>
                    <a:pt x="0" y="0"/>
                  </a:moveTo>
                  <a:lnTo>
                    <a:pt x="34803453" y="0"/>
                  </a:lnTo>
                  <a:lnTo>
                    <a:pt x="34803453" y="41128822"/>
                  </a:lnTo>
                  <a:lnTo>
                    <a:pt x="0" y="41128822"/>
                  </a:lnTo>
                  <a:lnTo>
                    <a:pt x="0" y="0"/>
                  </a:lnTo>
                  <a:close/>
                </a:path>
              </a:pathLst>
            </a:custGeom>
            <a:solidFill>
              <a:srgbClr val="EAD486"/>
            </a:solidFill>
          </p:spPr>
        </p:sp>
        <p:sp>
          <p:nvSpPr>
            <p:cNvPr name="Freeform 6" id="6"/>
            <p:cNvSpPr/>
            <p:nvPr/>
          </p:nvSpPr>
          <p:spPr>
            <a:xfrm flipH="false" flipV="false" rot="0">
              <a:off x="0" y="0"/>
              <a:ext cx="34948233" cy="41273602"/>
            </a:xfrm>
            <a:custGeom>
              <a:avLst/>
              <a:gdLst/>
              <a:ahLst/>
              <a:cxnLst/>
              <a:rect r="r" b="b" t="t" l="l"/>
              <a:pathLst>
                <a:path h="41273602" w="34948233">
                  <a:moveTo>
                    <a:pt x="34803451" y="41128823"/>
                  </a:moveTo>
                  <a:lnTo>
                    <a:pt x="34948233" y="41128823"/>
                  </a:lnTo>
                  <a:lnTo>
                    <a:pt x="34948233" y="41273602"/>
                  </a:lnTo>
                  <a:lnTo>
                    <a:pt x="34803451" y="41273602"/>
                  </a:lnTo>
                  <a:lnTo>
                    <a:pt x="34803451" y="41128823"/>
                  </a:lnTo>
                  <a:close/>
                  <a:moveTo>
                    <a:pt x="0" y="144780"/>
                  </a:moveTo>
                  <a:lnTo>
                    <a:pt x="144780" y="144780"/>
                  </a:lnTo>
                  <a:lnTo>
                    <a:pt x="144780" y="41128823"/>
                  </a:lnTo>
                  <a:lnTo>
                    <a:pt x="0" y="41128823"/>
                  </a:lnTo>
                  <a:lnTo>
                    <a:pt x="0" y="144780"/>
                  </a:lnTo>
                  <a:close/>
                  <a:moveTo>
                    <a:pt x="0" y="41128823"/>
                  </a:moveTo>
                  <a:lnTo>
                    <a:pt x="144780" y="41128823"/>
                  </a:lnTo>
                  <a:lnTo>
                    <a:pt x="144780" y="41273602"/>
                  </a:lnTo>
                  <a:lnTo>
                    <a:pt x="0" y="41273602"/>
                  </a:lnTo>
                  <a:lnTo>
                    <a:pt x="0" y="41128823"/>
                  </a:lnTo>
                  <a:close/>
                  <a:moveTo>
                    <a:pt x="34803451" y="144780"/>
                  </a:moveTo>
                  <a:lnTo>
                    <a:pt x="34948233" y="144780"/>
                  </a:lnTo>
                  <a:lnTo>
                    <a:pt x="34948233" y="41128823"/>
                  </a:lnTo>
                  <a:lnTo>
                    <a:pt x="34803451" y="41128823"/>
                  </a:lnTo>
                  <a:lnTo>
                    <a:pt x="34803451" y="144780"/>
                  </a:lnTo>
                  <a:close/>
                  <a:moveTo>
                    <a:pt x="144780" y="41128823"/>
                  </a:moveTo>
                  <a:lnTo>
                    <a:pt x="34803451" y="41128823"/>
                  </a:lnTo>
                  <a:lnTo>
                    <a:pt x="34803451" y="41273602"/>
                  </a:lnTo>
                  <a:lnTo>
                    <a:pt x="144780" y="41273602"/>
                  </a:lnTo>
                  <a:lnTo>
                    <a:pt x="144780" y="41128823"/>
                  </a:lnTo>
                  <a:close/>
                  <a:moveTo>
                    <a:pt x="34803451" y="0"/>
                  </a:moveTo>
                  <a:lnTo>
                    <a:pt x="34948233" y="0"/>
                  </a:lnTo>
                  <a:lnTo>
                    <a:pt x="34948233" y="144780"/>
                  </a:lnTo>
                  <a:lnTo>
                    <a:pt x="34803451" y="144780"/>
                  </a:lnTo>
                  <a:lnTo>
                    <a:pt x="34803451" y="0"/>
                  </a:lnTo>
                  <a:close/>
                  <a:moveTo>
                    <a:pt x="0" y="0"/>
                  </a:moveTo>
                  <a:lnTo>
                    <a:pt x="144780" y="0"/>
                  </a:lnTo>
                  <a:lnTo>
                    <a:pt x="144780" y="144780"/>
                  </a:lnTo>
                  <a:lnTo>
                    <a:pt x="0" y="144780"/>
                  </a:lnTo>
                  <a:lnTo>
                    <a:pt x="0" y="0"/>
                  </a:lnTo>
                  <a:close/>
                  <a:moveTo>
                    <a:pt x="144780" y="0"/>
                  </a:moveTo>
                  <a:lnTo>
                    <a:pt x="34803451" y="0"/>
                  </a:lnTo>
                  <a:lnTo>
                    <a:pt x="34803451" y="144780"/>
                  </a:lnTo>
                  <a:lnTo>
                    <a:pt x="144780" y="144780"/>
                  </a:lnTo>
                  <a:lnTo>
                    <a:pt x="144780" y="0"/>
                  </a:lnTo>
                  <a:close/>
                </a:path>
              </a:pathLst>
            </a:custGeom>
            <a:solidFill>
              <a:srgbClr val="000000"/>
            </a:solidFill>
          </p:spPr>
        </p:sp>
      </p:grpSp>
      <p:grpSp>
        <p:nvGrpSpPr>
          <p:cNvPr name="Group 7" id="7"/>
          <p:cNvGrpSpPr/>
          <p:nvPr/>
        </p:nvGrpSpPr>
        <p:grpSpPr>
          <a:xfrm rot="0">
            <a:off x="666750" y="666750"/>
            <a:ext cx="16954500" cy="866314"/>
            <a:chOff x="0" y="0"/>
            <a:chExt cx="90918020" cy="4645584"/>
          </a:xfrm>
        </p:grpSpPr>
        <p:sp>
          <p:nvSpPr>
            <p:cNvPr name="Freeform 8" id="8"/>
            <p:cNvSpPr/>
            <p:nvPr/>
          </p:nvSpPr>
          <p:spPr>
            <a:xfrm flipH="false" flipV="false" rot="0">
              <a:off x="72390" y="72390"/>
              <a:ext cx="90773240" cy="4500805"/>
            </a:xfrm>
            <a:custGeom>
              <a:avLst/>
              <a:gdLst/>
              <a:ahLst/>
              <a:cxnLst/>
              <a:rect r="r" b="b" t="t" l="l"/>
              <a:pathLst>
                <a:path h="4500805" w="90773240">
                  <a:moveTo>
                    <a:pt x="0" y="0"/>
                  </a:moveTo>
                  <a:lnTo>
                    <a:pt x="90773240" y="0"/>
                  </a:lnTo>
                  <a:lnTo>
                    <a:pt x="90773240" y="4500805"/>
                  </a:lnTo>
                  <a:lnTo>
                    <a:pt x="0" y="4500805"/>
                  </a:lnTo>
                  <a:lnTo>
                    <a:pt x="0" y="0"/>
                  </a:lnTo>
                  <a:close/>
                </a:path>
              </a:pathLst>
            </a:custGeom>
            <a:solidFill>
              <a:srgbClr val="9DCED8"/>
            </a:solidFill>
          </p:spPr>
        </p:sp>
        <p:sp>
          <p:nvSpPr>
            <p:cNvPr name="Freeform 9" id="9"/>
            <p:cNvSpPr/>
            <p:nvPr/>
          </p:nvSpPr>
          <p:spPr>
            <a:xfrm flipH="false" flipV="false" rot="0">
              <a:off x="0" y="0"/>
              <a:ext cx="90918023" cy="4645584"/>
            </a:xfrm>
            <a:custGeom>
              <a:avLst/>
              <a:gdLst/>
              <a:ahLst/>
              <a:cxnLst/>
              <a:rect r="r" b="b" t="t" l="l"/>
              <a:pathLst>
                <a:path h="4645584" w="90918023">
                  <a:moveTo>
                    <a:pt x="90773238" y="4500804"/>
                  </a:moveTo>
                  <a:lnTo>
                    <a:pt x="90918023" y="4500804"/>
                  </a:lnTo>
                  <a:lnTo>
                    <a:pt x="90918023" y="4645584"/>
                  </a:lnTo>
                  <a:lnTo>
                    <a:pt x="90773238" y="4645584"/>
                  </a:lnTo>
                  <a:lnTo>
                    <a:pt x="90773238" y="4500804"/>
                  </a:lnTo>
                  <a:close/>
                  <a:moveTo>
                    <a:pt x="0" y="144780"/>
                  </a:moveTo>
                  <a:lnTo>
                    <a:pt x="144780" y="144780"/>
                  </a:lnTo>
                  <a:lnTo>
                    <a:pt x="144780" y="4500804"/>
                  </a:lnTo>
                  <a:lnTo>
                    <a:pt x="0" y="4500804"/>
                  </a:lnTo>
                  <a:lnTo>
                    <a:pt x="0" y="144780"/>
                  </a:lnTo>
                  <a:close/>
                  <a:moveTo>
                    <a:pt x="0" y="4500804"/>
                  </a:moveTo>
                  <a:lnTo>
                    <a:pt x="144780" y="4500804"/>
                  </a:lnTo>
                  <a:lnTo>
                    <a:pt x="144780" y="4645584"/>
                  </a:lnTo>
                  <a:lnTo>
                    <a:pt x="0" y="4645584"/>
                  </a:lnTo>
                  <a:lnTo>
                    <a:pt x="0" y="4500804"/>
                  </a:lnTo>
                  <a:close/>
                  <a:moveTo>
                    <a:pt x="90773238" y="144780"/>
                  </a:moveTo>
                  <a:lnTo>
                    <a:pt x="90918023" y="144780"/>
                  </a:lnTo>
                  <a:lnTo>
                    <a:pt x="90918023" y="4500804"/>
                  </a:lnTo>
                  <a:lnTo>
                    <a:pt x="90773238" y="4500804"/>
                  </a:lnTo>
                  <a:lnTo>
                    <a:pt x="90773238" y="144780"/>
                  </a:lnTo>
                  <a:close/>
                  <a:moveTo>
                    <a:pt x="144780" y="4500804"/>
                  </a:moveTo>
                  <a:lnTo>
                    <a:pt x="90773238" y="4500804"/>
                  </a:lnTo>
                  <a:lnTo>
                    <a:pt x="90773238" y="4645584"/>
                  </a:lnTo>
                  <a:lnTo>
                    <a:pt x="144780" y="4645584"/>
                  </a:lnTo>
                  <a:lnTo>
                    <a:pt x="144780" y="4500804"/>
                  </a:lnTo>
                  <a:close/>
                  <a:moveTo>
                    <a:pt x="90773238" y="0"/>
                  </a:moveTo>
                  <a:lnTo>
                    <a:pt x="90918023" y="0"/>
                  </a:lnTo>
                  <a:lnTo>
                    <a:pt x="90918023" y="144780"/>
                  </a:lnTo>
                  <a:lnTo>
                    <a:pt x="90773238" y="144780"/>
                  </a:lnTo>
                  <a:lnTo>
                    <a:pt x="90773238" y="0"/>
                  </a:lnTo>
                  <a:close/>
                  <a:moveTo>
                    <a:pt x="0" y="0"/>
                  </a:moveTo>
                  <a:lnTo>
                    <a:pt x="144780" y="0"/>
                  </a:lnTo>
                  <a:lnTo>
                    <a:pt x="144780" y="144780"/>
                  </a:lnTo>
                  <a:lnTo>
                    <a:pt x="0" y="144780"/>
                  </a:lnTo>
                  <a:lnTo>
                    <a:pt x="0" y="0"/>
                  </a:lnTo>
                  <a:close/>
                  <a:moveTo>
                    <a:pt x="144780" y="0"/>
                  </a:moveTo>
                  <a:lnTo>
                    <a:pt x="90773238" y="0"/>
                  </a:lnTo>
                  <a:lnTo>
                    <a:pt x="90773238" y="144780"/>
                  </a:lnTo>
                  <a:lnTo>
                    <a:pt x="144780" y="144780"/>
                  </a:lnTo>
                  <a:lnTo>
                    <a:pt x="144780" y="0"/>
                  </a:lnTo>
                  <a:close/>
                </a:path>
              </a:pathLst>
            </a:custGeom>
            <a:solidFill>
              <a:srgbClr val="000000"/>
            </a:solidFill>
          </p:spPr>
        </p:sp>
      </p:grpSp>
      <p:grpSp>
        <p:nvGrpSpPr>
          <p:cNvPr name="Group 10" id="10"/>
          <p:cNvGrpSpPr>
            <a:grpSpLocks noChangeAspect="true"/>
          </p:cNvGrpSpPr>
          <p:nvPr/>
        </p:nvGrpSpPr>
        <p:grpSpPr>
          <a:xfrm rot="0">
            <a:off x="1219200" y="959306"/>
            <a:ext cx="281202" cy="281202"/>
            <a:chOff x="0" y="0"/>
            <a:chExt cx="495300" cy="495300"/>
          </a:xfrm>
        </p:grpSpPr>
        <p:sp>
          <p:nvSpPr>
            <p:cNvPr name="Freeform 11" id="11"/>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2" id="12"/>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4B9B7"/>
            </a:solidFill>
          </p:spPr>
        </p:sp>
      </p:grpSp>
      <p:grpSp>
        <p:nvGrpSpPr>
          <p:cNvPr name="Group 13" id="13"/>
          <p:cNvGrpSpPr>
            <a:grpSpLocks noChangeAspect="true"/>
          </p:cNvGrpSpPr>
          <p:nvPr/>
        </p:nvGrpSpPr>
        <p:grpSpPr>
          <a:xfrm rot="0">
            <a:off x="1742282" y="959306"/>
            <a:ext cx="281202" cy="281202"/>
            <a:chOff x="0" y="0"/>
            <a:chExt cx="495300" cy="495300"/>
          </a:xfrm>
        </p:grpSpPr>
        <p:sp>
          <p:nvSpPr>
            <p:cNvPr name="Freeform 14" id="14"/>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5" id="15"/>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AD486"/>
            </a:solidFill>
          </p:spPr>
        </p:sp>
      </p:grpSp>
      <p:grpSp>
        <p:nvGrpSpPr>
          <p:cNvPr name="Group 16" id="16"/>
          <p:cNvGrpSpPr>
            <a:grpSpLocks noChangeAspect="true"/>
          </p:cNvGrpSpPr>
          <p:nvPr/>
        </p:nvGrpSpPr>
        <p:grpSpPr>
          <a:xfrm rot="0">
            <a:off x="2265364" y="959306"/>
            <a:ext cx="281202" cy="281202"/>
            <a:chOff x="0" y="0"/>
            <a:chExt cx="495300" cy="495300"/>
          </a:xfrm>
        </p:grpSpPr>
        <p:sp>
          <p:nvSpPr>
            <p:cNvPr name="Freeform 17" id="17"/>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8" id="18"/>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CAE4BA"/>
            </a:solidFill>
          </p:spPr>
        </p:sp>
      </p:grpSp>
      <p:sp>
        <p:nvSpPr>
          <p:cNvPr name="Freeform 19" id="19"/>
          <p:cNvSpPr/>
          <p:nvPr/>
        </p:nvSpPr>
        <p:spPr>
          <a:xfrm flipH="false" flipV="false" rot="0">
            <a:off x="16759710" y="945362"/>
            <a:ext cx="309090" cy="309090"/>
          </a:xfrm>
          <a:custGeom>
            <a:avLst/>
            <a:gdLst/>
            <a:ahLst/>
            <a:cxnLst/>
            <a:rect r="r" b="b" t="t" l="l"/>
            <a:pathLst>
              <a:path h="309090" w="309090">
                <a:moveTo>
                  <a:pt x="0" y="0"/>
                </a:moveTo>
                <a:lnTo>
                  <a:pt x="309090" y="0"/>
                </a:lnTo>
                <a:lnTo>
                  <a:pt x="309090" y="309090"/>
                </a:lnTo>
                <a:lnTo>
                  <a:pt x="0" y="3090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0">
            <a:off x="1500402" y="3108015"/>
            <a:ext cx="15413853" cy="6372598"/>
          </a:xfrm>
          <a:custGeom>
            <a:avLst/>
            <a:gdLst/>
            <a:ahLst/>
            <a:cxnLst/>
            <a:rect r="r" b="b" t="t" l="l"/>
            <a:pathLst>
              <a:path h="6372598" w="15413853">
                <a:moveTo>
                  <a:pt x="0" y="0"/>
                </a:moveTo>
                <a:lnTo>
                  <a:pt x="15413853" y="0"/>
                </a:lnTo>
                <a:lnTo>
                  <a:pt x="15413853" y="6372598"/>
                </a:lnTo>
                <a:lnTo>
                  <a:pt x="0" y="6372598"/>
                </a:lnTo>
                <a:lnTo>
                  <a:pt x="0" y="0"/>
                </a:lnTo>
                <a:close/>
              </a:path>
            </a:pathLst>
          </a:custGeom>
          <a:blipFill>
            <a:blip r:embed="rId4"/>
            <a:stretch>
              <a:fillRect l="0" t="-1115" r="0" b="-1115"/>
            </a:stretch>
          </a:blipFill>
        </p:spPr>
      </p:sp>
      <p:sp>
        <p:nvSpPr>
          <p:cNvPr name="TextBox 21" id="21"/>
          <p:cNvSpPr txBox="true"/>
          <p:nvPr/>
        </p:nvSpPr>
        <p:spPr>
          <a:xfrm rot="0">
            <a:off x="1028700" y="1609264"/>
            <a:ext cx="17684206" cy="2025651"/>
          </a:xfrm>
          <a:prstGeom prst="rect">
            <a:avLst/>
          </a:prstGeom>
        </p:spPr>
        <p:txBody>
          <a:bodyPr anchor="t" rtlCol="false" tIns="0" lIns="0" bIns="0" rIns="0">
            <a:spAutoFit/>
          </a:bodyPr>
          <a:lstStyle/>
          <a:p>
            <a:pPr algn="l">
              <a:lnSpc>
                <a:spcPts val="4500"/>
              </a:lnSpc>
            </a:pPr>
            <a:r>
              <a:rPr lang="en-US" sz="4500" b="true">
                <a:solidFill>
                  <a:srgbClr val="000000"/>
                </a:solidFill>
                <a:latin typeface="Courier Prime Bold"/>
                <a:ea typeface="Courier Prime Bold"/>
                <a:cs typeface="Courier Prime Bold"/>
                <a:sym typeface="Courier Prime Bold"/>
              </a:rPr>
              <a:t>SSH Authentication and Container Monitoring on Bitnami Debian Instance</a:t>
            </a:r>
          </a:p>
          <a:p>
            <a:pPr algn="l">
              <a:lnSpc>
                <a:spcPts val="6500"/>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6F2F2"/>
        </a:solidFill>
      </p:bgPr>
    </p:bg>
    <p:spTree>
      <p:nvGrpSpPr>
        <p:cNvPr id="1" name=""/>
        <p:cNvGrpSpPr/>
        <p:nvPr/>
      </p:nvGrpSpPr>
      <p:grpSpPr>
        <a:xfrm>
          <a:off x="0" y="0"/>
          <a:ext cx="0" cy="0"/>
          <a:chOff x="0" y="0"/>
          <a:chExt cx="0" cy="0"/>
        </a:xfrm>
      </p:grpSpPr>
      <p:grpSp>
        <p:nvGrpSpPr>
          <p:cNvPr name="Group 2" id="2"/>
          <p:cNvGrpSpPr/>
          <p:nvPr/>
        </p:nvGrpSpPr>
        <p:grpSpPr>
          <a:xfrm rot="0">
            <a:off x="666750" y="1472354"/>
            <a:ext cx="16954500" cy="8147896"/>
            <a:chOff x="0" y="0"/>
            <a:chExt cx="32818334" cy="15771645"/>
          </a:xfrm>
        </p:grpSpPr>
        <p:sp>
          <p:nvSpPr>
            <p:cNvPr name="Freeform 3" id="3"/>
            <p:cNvSpPr/>
            <p:nvPr/>
          </p:nvSpPr>
          <p:spPr>
            <a:xfrm flipH="false" flipV="false" rot="0">
              <a:off x="0" y="0"/>
              <a:ext cx="32818335" cy="15771645"/>
            </a:xfrm>
            <a:custGeom>
              <a:avLst/>
              <a:gdLst/>
              <a:ahLst/>
              <a:cxnLst/>
              <a:rect r="r" b="b" t="t" l="l"/>
              <a:pathLst>
                <a:path h="15771645" w="32818335">
                  <a:moveTo>
                    <a:pt x="0" y="0"/>
                  </a:moveTo>
                  <a:lnTo>
                    <a:pt x="0" y="15771645"/>
                  </a:lnTo>
                  <a:lnTo>
                    <a:pt x="32818335" y="15771645"/>
                  </a:lnTo>
                  <a:lnTo>
                    <a:pt x="32818335" y="0"/>
                  </a:lnTo>
                  <a:lnTo>
                    <a:pt x="0" y="0"/>
                  </a:lnTo>
                  <a:close/>
                  <a:moveTo>
                    <a:pt x="32757374" y="15710684"/>
                  </a:moveTo>
                  <a:lnTo>
                    <a:pt x="59690" y="15710684"/>
                  </a:lnTo>
                  <a:lnTo>
                    <a:pt x="59690" y="59690"/>
                  </a:lnTo>
                  <a:lnTo>
                    <a:pt x="32757374" y="59690"/>
                  </a:lnTo>
                  <a:lnTo>
                    <a:pt x="32757374" y="15710684"/>
                  </a:lnTo>
                  <a:close/>
                </a:path>
              </a:pathLst>
            </a:custGeom>
            <a:solidFill>
              <a:srgbClr val="000000"/>
            </a:solidFill>
          </p:spPr>
        </p:sp>
      </p:grpSp>
      <p:grpSp>
        <p:nvGrpSpPr>
          <p:cNvPr name="Group 4" id="4"/>
          <p:cNvGrpSpPr/>
          <p:nvPr/>
        </p:nvGrpSpPr>
        <p:grpSpPr>
          <a:xfrm rot="0">
            <a:off x="10722057" y="1472354"/>
            <a:ext cx="6899193" cy="8147896"/>
            <a:chOff x="0" y="0"/>
            <a:chExt cx="34948232" cy="41273602"/>
          </a:xfrm>
        </p:grpSpPr>
        <p:sp>
          <p:nvSpPr>
            <p:cNvPr name="Freeform 5" id="5"/>
            <p:cNvSpPr/>
            <p:nvPr/>
          </p:nvSpPr>
          <p:spPr>
            <a:xfrm flipH="false" flipV="false" rot="0">
              <a:off x="72390" y="72390"/>
              <a:ext cx="34803453" cy="41128822"/>
            </a:xfrm>
            <a:custGeom>
              <a:avLst/>
              <a:gdLst/>
              <a:ahLst/>
              <a:cxnLst/>
              <a:rect r="r" b="b" t="t" l="l"/>
              <a:pathLst>
                <a:path h="41128822" w="34803453">
                  <a:moveTo>
                    <a:pt x="0" y="0"/>
                  </a:moveTo>
                  <a:lnTo>
                    <a:pt x="34803453" y="0"/>
                  </a:lnTo>
                  <a:lnTo>
                    <a:pt x="34803453" y="41128822"/>
                  </a:lnTo>
                  <a:lnTo>
                    <a:pt x="0" y="41128822"/>
                  </a:lnTo>
                  <a:lnTo>
                    <a:pt x="0" y="0"/>
                  </a:lnTo>
                  <a:close/>
                </a:path>
              </a:pathLst>
            </a:custGeom>
            <a:solidFill>
              <a:srgbClr val="EAD486"/>
            </a:solidFill>
          </p:spPr>
        </p:sp>
        <p:sp>
          <p:nvSpPr>
            <p:cNvPr name="Freeform 6" id="6"/>
            <p:cNvSpPr/>
            <p:nvPr/>
          </p:nvSpPr>
          <p:spPr>
            <a:xfrm flipH="false" flipV="false" rot="0">
              <a:off x="0" y="0"/>
              <a:ext cx="34948233" cy="41273602"/>
            </a:xfrm>
            <a:custGeom>
              <a:avLst/>
              <a:gdLst/>
              <a:ahLst/>
              <a:cxnLst/>
              <a:rect r="r" b="b" t="t" l="l"/>
              <a:pathLst>
                <a:path h="41273602" w="34948233">
                  <a:moveTo>
                    <a:pt x="34803451" y="41128823"/>
                  </a:moveTo>
                  <a:lnTo>
                    <a:pt x="34948233" y="41128823"/>
                  </a:lnTo>
                  <a:lnTo>
                    <a:pt x="34948233" y="41273602"/>
                  </a:lnTo>
                  <a:lnTo>
                    <a:pt x="34803451" y="41273602"/>
                  </a:lnTo>
                  <a:lnTo>
                    <a:pt x="34803451" y="41128823"/>
                  </a:lnTo>
                  <a:close/>
                  <a:moveTo>
                    <a:pt x="0" y="144780"/>
                  </a:moveTo>
                  <a:lnTo>
                    <a:pt x="144780" y="144780"/>
                  </a:lnTo>
                  <a:lnTo>
                    <a:pt x="144780" y="41128823"/>
                  </a:lnTo>
                  <a:lnTo>
                    <a:pt x="0" y="41128823"/>
                  </a:lnTo>
                  <a:lnTo>
                    <a:pt x="0" y="144780"/>
                  </a:lnTo>
                  <a:close/>
                  <a:moveTo>
                    <a:pt x="0" y="41128823"/>
                  </a:moveTo>
                  <a:lnTo>
                    <a:pt x="144780" y="41128823"/>
                  </a:lnTo>
                  <a:lnTo>
                    <a:pt x="144780" y="41273602"/>
                  </a:lnTo>
                  <a:lnTo>
                    <a:pt x="0" y="41273602"/>
                  </a:lnTo>
                  <a:lnTo>
                    <a:pt x="0" y="41128823"/>
                  </a:lnTo>
                  <a:close/>
                  <a:moveTo>
                    <a:pt x="34803451" y="144780"/>
                  </a:moveTo>
                  <a:lnTo>
                    <a:pt x="34948233" y="144780"/>
                  </a:lnTo>
                  <a:lnTo>
                    <a:pt x="34948233" y="41128823"/>
                  </a:lnTo>
                  <a:lnTo>
                    <a:pt x="34803451" y="41128823"/>
                  </a:lnTo>
                  <a:lnTo>
                    <a:pt x="34803451" y="144780"/>
                  </a:lnTo>
                  <a:close/>
                  <a:moveTo>
                    <a:pt x="144780" y="41128823"/>
                  </a:moveTo>
                  <a:lnTo>
                    <a:pt x="34803451" y="41128823"/>
                  </a:lnTo>
                  <a:lnTo>
                    <a:pt x="34803451" y="41273602"/>
                  </a:lnTo>
                  <a:lnTo>
                    <a:pt x="144780" y="41273602"/>
                  </a:lnTo>
                  <a:lnTo>
                    <a:pt x="144780" y="41128823"/>
                  </a:lnTo>
                  <a:close/>
                  <a:moveTo>
                    <a:pt x="34803451" y="0"/>
                  </a:moveTo>
                  <a:lnTo>
                    <a:pt x="34948233" y="0"/>
                  </a:lnTo>
                  <a:lnTo>
                    <a:pt x="34948233" y="144780"/>
                  </a:lnTo>
                  <a:lnTo>
                    <a:pt x="34803451" y="144780"/>
                  </a:lnTo>
                  <a:lnTo>
                    <a:pt x="34803451" y="0"/>
                  </a:lnTo>
                  <a:close/>
                  <a:moveTo>
                    <a:pt x="0" y="0"/>
                  </a:moveTo>
                  <a:lnTo>
                    <a:pt x="144780" y="0"/>
                  </a:lnTo>
                  <a:lnTo>
                    <a:pt x="144780" y="144780"/>
                  </a:lnTo>
                  <a:lnTo>
                    <a:pt x="0" y="144780"/>
                  </a:lnTo>
                  <a:lnTo>
                    <a:pt x="0" y="0"/>
                  </a:lnTo>
                  <a:close/>
                  <a:moveTo>
                    <a:pt x="144780" y="0"/>
                  </a:moveTo>
                  <a:lnTo>
                    <a:pt x="34803451" y="0"/>
                  </a:lnTo>
                  <a:lnTo>
                    <a:pt x="34803451" y="144780"/>
                  </a:lnTo>
                  <a:lnTo>
                    <a:pt x="144780" y="144780"/>
                  </a:lnTo>
                  <a:lnTo>
                    <a:pt x="144780" y="0"/>
                  </a:lnTo>
                  <a:close/>
                </a:path>
              </a:pathLst>
            </a:custGeom>
            <a:solidFill>
              <a:srgbClr val="000000"/>
            </a:solidFill>
          </p:spPr>
        </p:sp>
      </p:grpSp>
      <p:grpSp>
        <p:nvGrpSpPr>
          <p:cNvPr name="Group 7" id="7"/>
          <p:cNvGrpSpPr/>
          <p:nvPr/>
        </p:nvGrpSpPr>
        <p:grpSpPr>
          <a:xfrm rot="0">
            <a:off x="666750" y="666750"/>
            <a:ext cx="16954500" cy="866314"/>
            <a:chOff x="0" y="0"/>
            <a:chExt cx="90918020" cy="4645584"/>
          </a:xfrm>
        </p:grpSpPr>
        <p:sp>
          <p:nvSpPr>
            <p:cNvPr name="Freeform 8" id="8"/>
            <p:cNvSpPr/>
            <p:nvPr/>
          </p:nvSpPr>
          <p:spPr>
            <a:xfrm flipH="false" flipV="false" rot="0">
              <a:off x="72390" y="72390"/>
              <a:ext cx="90773240" cy="4500805"/>
            </a:xfrm>
            <a:custGeom>
              <a:avLst/>
              <a:gdLst/>
              <a:ahLst/>
              <a:cxnLst/>
              <a:rect r="r" b="b" t="t" l="l"/>
              <a:pathLst>
                <a:path h="4500805" w="90773240">
                  <a:moveTo>
                    <a:pt x="0" y="0"/>
                  </a:moveTo>
                  <a:lnTo>
                    <a:pt x="90773240" y="0"/>
                  </a:lnTo>
                  <a:lnTo>
                    <a:pt x="90773240" y="4500805"/>
                  </a:lnTo>
                  <a:lnTo>
                    <a:pt x="0" y="4500805"/>
                  </a:lnTo>
                  <a:lnTo>
                    <a:pt x="0" y="0"/>
                  </a:lnTo>
                  <a:close/>
                </a:path>
              </a:pathLst>
            </a:custGeom>
            <a:solidFill>
              <a:srgbClr val="9DCED8"/>
            </a:solidFill>
          </p:spPr>
        </p:sp>
        <p:sp>
          <p:nvSpPr>
            <p:cNvPr name="Freeform 9" id="9"/>
            <p:cNvSpPr/>
            <p:nvPr/>
          </p:nvSpPr>
          <p:spPr>
            <a:xfrm flipH="false" flipV="false" rot="0">
              <a:off x="0" y="0"/>
              <a:ext cx="90918023" cy="4645584"/>
            </a:xfrm>
            <a:custGeom>
              <a:avLst/>
              <a:gdLst/>
              <a:ahLst/>
              <a:cxnLst/>
              <a:rect r="r" b="b" t="t" l="l"/>
              <a:pathLst>
                <a:path h="4645584" w="90918023">
                  <a:moveTo>
                    <a:pt x="90773238" y="4500804"/>
                  </a:moveTo>
                  <a:lnTo>
                    <a:pt x="90918023" y="4500804"/>
                  </a:lnTo>
                  <a:lnTo>
                    <a:pt x="90918023" y="4645584"/>
                  </a:lnTo>
                  <a:lnTo>
                    <a:pt x="90773238" y="4645584"/>
                  </a:lnTo>
                  <a:lnTo>
                    <a:pt x="90773238" y="4500804"/>
                  </a:lnTo>
                  <a:close/>
                  <a:moveTo>
                    <a:pt x="0" y="144780"/>
                  </a:moveTo>
                  <a:lnTo>
                    <a:pt x="144780" y="144780"/>
                  </a:lnTo>
                  <a:lnTo>
                    <a:pt x="144780" y="4500804"/>
                  </a:lnTo>
                  <a:lnTo>
                    <a:pt x="0" y="4500804"/>
                  </a:lnTo>
                  <a:lnTo>
                    <a:pt x="0" y="144780"/>
                  </a:lnTo>
                  <a:close/>
                  <a:moveTo>
                    <a:pt x="0" y="4500804"/>
                  </a:moveTo>
                  <a:lnTo>
                    <a:pt x="144780" y="4500804"/>
                  </a:lnTo>
                  <a:lnTo>
                    <a:pt x="144780" y="4645584"/>
                  </a:lnTo>
                  <a:lnTo>
                    <a:pt x="0" y="4645584"/>
                  </a:lnTo>
                  <a:lnTo>
                    <a:pt x="0" y="4500804"/>
                  </a:lnTo>
                  <a:close/>
                  <a:moveTo>
                    <a:pt x="90773238" y="144780"/>
                  </a:moveTo>
                  <a:lnTo>
                    <a:pt x="90918023" y="144780"/>
                  </a:lnTo>
                  <a:lnTo>
                    <a:pt x="90918023" y="4500804"/>
                  </a:lnTo>
                  <a:lnTo>
                    <a:pt x="90773238" y="4500804"/>
                  </a:lnTo>
                  <a:lnTo>
                    <a:pt x="90773238" y="144780"/>
                  </a:lnTo>
                  <a:close/>
                  <a:moveTo>
                    <a:pt x="144780" y="4500804"/>
                  </a:moveTo>
                  <a:lnTo>
                    <a:pt x="90773238" y="4500804"/>
                  </a:lnTo>
                  <a:lnTo>
                    <a:pt x="90773238" y="4645584"/>
                  </a:lnTo>
                  <a:lnTo>
                    <a:pt x="144780" y="4645584"/>
                  </a:lnTo>
                  <a:lnTo>
                    <a:pt x="144780" y="4500804"/>
                  </a:lnTo>
                  <a:close/>
                  <a:moveTo>
                    <a:pt x="90773238" y="0"/>
                  </a:moveTo>
                  <a:lnTo>
                    <a:pt x="90918023" y="0"/>
                  </a:lnTo>
                  <a:lnTo>
                    <a:pt x="90918023" y="144780"/>
                  </a:lnTo>
                  <a:lnTo>
                    <a:pt x="90773238" y="144780"/>
                  </a:lnTo>
                  <a:lnTo>
                    <a:pt x="90773238" y="0"/>
                  </a:lnTo>
                  <a:close/>
                  <a:moveTo>
                    <a:pt x="0" y="0"/>
                  </a:moveTo>
                  <a:lnTo>
                    <a:pt x="144780" y="0"/>
                  </a:lnTo>
                  <a:lnTo>
                    <a:pt x="144780" y="144780"/>
                  </a:lnTo>
                  <a:lnTo>
                    <a:pt x="0" y="144780"/>
                  </a:lnTo>
                  <a:lnTo>
                    <a:pt x="0" y="0"/>
                  </a:lnTo>
                  <a:close/>
                  <a:moveTo>
                    <a:pt x="144780" y="0"/>
                  </a:moveTo>
                  <a:lnTo>
                    <a:pt x="90773238" y="0"/>
                  </a:lnTo>
                  <a:lnTo>
                    <a:pt x="90773238" y="144780"/>
                  </a:lnTo>
                  <a:lnTo>
                    <a:pt x="144780" y="144780"/>
                  </a:lnTo>
                  <a:lnTo>
                    <a:pt x="144780" y="0"/>
                  </a:lnTo>
                  <a:close/>
                </a:path>
              </a:pathLst>
            </a:custGeom>
            <a:solidFill>
              <a:srgbClr val="000000"/>
            </a:solidFill>
          </p:spPr>
        </p:sp>
      </p:grpSp>
      <p:grpSp>
        <p:nvGrpSpPr>
          <p:cNvPr name="Group 10" id="10"/>
          <p:cNvGrpSpPr>
            <a:grpSpLocks noChangeAspect="true"/>
          </p:cNvGrpSpPr>
          <p:nvPr/>
        </p:nvGrpSpPr>
        <p:grpSpPr>
          <a:xfrm rot="0">
            <a:off x="1219200" y="959306"/>
            <a:ext cx="281202" cy="281202"/>
            <a:chOff x="0" y="0"/>
            <a:chExt cx="495300" cy="495300"/>
          </a:xfrm>
        </p:grpSpPr>
        <p:sp>
          <p:nvSpPr>
            <p:cNvPr name="Freeform 11" id="11"/>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2" id="12"/>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4B9B7"/>
            </a:solidFill>
          </p:spPr>
        </p:sp>
      </p:grpSp>
      <p:grpSp>
        <p:nvGrpSpPr>
          <p:cNvPr name="Group 13" id="13"/>
          <p:cNvGrpSpPr>
            <a:grpSpLocks noChangeAspect="true"/>
          </p:cNvGrpSpPr>
          <p:nvPr/>
        </p:nvGrpSpPr>
        <p:grpSpPr>
          <a:xfrm rot="0">
            <a:off x="1742282" y="959306"/>
            <a:ext cx="281202" cy="281202"/>
            <a:chOff x="0" y="0"/>
            <a:chExt cx="495300" cy="495300"/>
          </a:xfrm>
        </p:grpSpPr>
        <p:sp>
          <p:nvSpPr>
            <p:cNvPr name="Freeform 14" id="14"/>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5" id="15"/>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AD486"/>
            </a:solidFill>
          </p:spPr>
        </p:sp>
      </p:grpSp>
      <p:grpSp>
        <p:nvGrpSpPr>
          <p:cNvPr name="Group 16" id="16"/>
          <p:cNvGrpSpPr>
            <a:grpSpLocks noChangeAspect="true"/>
          </p:cNvGrpSpPr>
          <p:nvPr/>
        </p:nvGrpSpPr>
        <p:grpSpPr>
          <a:xfrm rot="0">
            <a:off x="2265364" y="959306"/>
            <a:ext cx="281202" cy="281202"/>
            <a:chOff x="0" y="0"/>
            <a:chExt cx="495300" cy="495300"/>
          </a:xfrm>
        </p:grpSpPr>
        <p:sp>
          <p:nvSpPr>
            <p:cNvPr name="Freeform 17" id="17"/>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8" id="18"/>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CAE4BA"/>
            </a:solidFill>
          </p:spPr>
        </p:sp>
      </p:grpSp>
      <p:sp>
        <p:nvSpPr>
          <p:cNvPr name="Freeform 19" id="19"/>
          <p:cNvSpPr/>
          <p:nvPr/>
        </p:nvSpPr>
        <p:spPr>
          <a:xfrm flipH="false" flipV="false" rot="0">
            <a:off x="16759710" y="945362"/>
            <a:ext cx="309090" cy="309090"/>
          </a:xfrm>
          <a:custGeom>
            <a:avLst/>
            <a:gdLst/>
            <a:ahLst/>
            <a:cxnLst/>
            <a:rect r="r" b="b" t="t" l="l"/>
            <a:pathLst>
              <a:path h="309090" w="309090">
                <a:moveTo>
                  <a:pt x="0" y="0"/>
                </a:moveTo>
                <a:lnTo>
                  <a:pt x="309090" y="0"/>
                </a:lnTo>
                <a:lnTo>
                  <a:pt x="309090" y="309090"/>
                </a:lnTo>
                <a:lnTo>
                  <a:pt x="0" y="3090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0">
            <a:off x="3806650" y="2999645"/>
            <a:ext cx="11602658" cy="6434059"/>
          </a:xfrm>
          <a:custGeom>
            <a:avLst/>
            <a:gdLst/>
            <a:ahLst/>
            <a:cxnLst/>
            <a:rect r="r" b="b" t="t" l="l"/>
            <a:pathLst>
              <a:path h="6434059" w="11602658">
                <a:moveTo>
                  <a:pt x="0" y="0"/>
                </a:moveTo>
                <a:lnTo>
                  <a:pt x="11602658" y="0"/>
                </a:lnTo>
                <a:lnTo>
                  <a:pt x="11602658" y="6434059"/>
                </a:lnTo>
                <a:lnTo>
                  <a:pt x="0" y="6434059"/>
                </a:lnTo>
                <a:lnTo>
                  <a:pt x="0" y="0"/>
                </a:lnTo>
                <a:close/>
              </a:path>
            </a:pathLst>
          </a:custGeom>
          <a:blipFill>
            <a:blip r:embed="rId4"/>
            <a:stretch>
              <a:fillRect l="0" t="-718" r="0" b="-718"/>
            </a:stretch>
          </a:blipFill>
        </p:spPr>
      </p:sp>
      <p:sp>
        <p:nvSpPr>
          <p:cNvPr name="TextBox 21" id="21"/>
          <p:cNvSpPr txBox="true"/>
          <p:nvPr/>
        </p:nvSpPr>
        <p:spPr>
          <a:xfrm rot="0">
            <a:off x="1028700" y="1491789"/>
            <a:ext cx="17684206" cy="2298701"/>
          </a:xfrm>
          <a:prstGeom prst="rect">
            <a:avLst/>
          </a:prstGeom>
        </p:spPr>
        <p:txBody>
          <a:bodyPr anchor="t" rtlCol="false" tIns="0" lIns="0" bIns="0" rIns="0">
            <a:spAutoFit/>
          </a:bodyPr>
          <a:lstStyle/>
          <a:p>
            <a:pPr algn="l">
              <a:lnSpc>
                <a:spcPts val="6500"/>
              </a:lnSpc>
            </a:pPr>
            <a:r>
              <a:rPr lang="en-US" sz="6500" b="true">
                <a:solidFill>
                  <a:srgbClr val="000000"/>
                </a:solidFill>
                <a:latin typeface="Courier Prime Bold"/>
                <a:ea typeface="Courier Prime Bold"/>
                <a:cs typeface="Courier Prime Bold"/>
                <a:sym typeface="Courier Prime Bold"/>
              </a:rPr>
              <a:t>Dragonfly Algorithm Optimization for VM Resource Allocation</a:t>
            </a:r>
          </a:p>
          <a:p>
            <a:pPr algn="l">
              <a:lnSpc>
                <a:spcPts val="5000"/>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6F2F2"/>
        </a:solidFill>
      </p:bgPr>
    </p:bg>
    <p:spTree>
      <p:nvGrpSpPr>
        <p:cNvPr id="1" name=""/>
        <p:cNvGrpSpPr/>
        <p:nvPr/>
      </p:nvGrpSpPr>
      <p:grpSpPr>
        <a:xfrm>
          <a:off x="0" y="0"/>
          <a:ext cx="0" cy="0"/>
          <a:chOff x="0" y="0"/>
          <a:chExt cx="0" cy="0"/>
        </a:xfrm>
      </p:grpSpPr>
      <p:grpSp>
        <p:nvGrpSpPr>
          <p:cNvPr name="Group 2" id="2"/>
          <p:cNvGrpSpPr/>
          <p:nvPr/>
        </p:nvGrpSpPr>
        <p:grpSpPr>
          <a:xfrm rot="0">
            <a:off x="666750" y="1472354"/>
            <a:ext cx="16954500" cy="8147896"/>
            <a:chOff x="0" y="0"/>
            <a:chExt cx="32818334" cy="15771645"/>
          </a:xfrm>
        </p:grpSpPr>
        <p:sp>
          <p:nvSpPr>
            <p:cNvPr name="Freeform 3" id="3"/>
            <p:cNvSpPr/>
            <p:nvPr/>
          </p:nvSpPr>
          <p:spPr>
            <a:xfrm flipH="false" flipV="false" rot="0">
              <a:off x="0" y="0"/>
              <a:ext cx="32818335" cy="15771645"/>
            </a:xfrm>
            <a:custGeom>
              <a:avLst/>
              <a:gdLst/>
              <a:ahLst/>
              <a:cxnLst/>
              <a:rect r="r" b="b" t="t" l="l"/>
              <a:pathLst>
                <a:path h="15771645" w="32818335">
                  <a:moveTo>
                    <a:pt x="0" y="0"/>
                  </a:moveTo>
                  <a:lnTo>
                    <a:pt x="0" y="15771645"/>
                  </a:lnTo>
                  <a:lnTo>
                    <a:pt x="32818335" y="15771645"/>
                  </a:lnTo>
                  <a:lnTo>
                    <a:pt x="32818335" y="0"/>
                  </a:lnTo>
                  <a:lnTo>
                    <a:pt x="0" y="0"/>
                  </a:lnTo>
                  <a:close/>
                  <a:moveTo>
                    <a:pt x="32757374" y="15710684"/>
                  </a:moveTo>
                  <a:lnTo>
                    <a:pt x="59690" y="15710684"/>
                  </a:lnTo>
                  <a:lnTo>
                    <a:pt x="59690" y="59690"/>
                  </a:lnTo>
                  <a:lnTo>
                    <a:pt x="32757374" y="59690"/>
                  </a:lnTo>
                  <a:lnTo>
                    <a:pt x="32757374" y="15710684"/>
                  </a:lnTo>
                  <a:close/>
                </a:path>
              </a:pathLst>
            </a:custGeom>
            <a:solidFill>
              <a:srgbClr val="000000"/>
            </a:solidFill>
          </p:spPr>
        </p:sp>
      </p:grpSp>
      <p:grpSp>
        <p:nvGrpSpPr>
          <p:cNvPr name="Group 4" id="4"/>
          <p:cNvGrpSpPr/>
          <p:nvPr/>
        </p:nvGrpSpPr>
        <p:grpSpPr>
          <a:xfrm rot="0">
            <a:off x="10722057" y="1472354"/>
            <a:ext cx="6899193" cy="8147896"/>
            <a:chOff x="0" y="0"/>
            <a:chExt cx="34948232" cy="41273602"/>
          </a:xfrm>
        </p:grpSpPr>
        <p:sp>
          <p:nvSpPr>
            <p:cNvPr name="Freeform 5" id="5"/>
            <p:cNvSpPr/>
            <p:nvPr/>
          </p:nvSpPr>
          <p:spPr>
            <a:xfrm flipH="false" flipV="false" rot="0">
              <a:off x="72390" y="72390"/>
              <a:ext cx="34803453" cy="41128822"/>
            </a:xfrm>
            <a:custGeom>
              <a:avLst/>
              <a:gdLst/>
              <a:ahLst/>
              <a:cxnLst/>
              <a:rect r="r" b="b" t="t" l="l"/>
              <a:pathLst>
                <a:path h="41128822" w="34803453">
                  <a:moveTo>
                    <a:pt x="0" y="0"/>
                  </a:moveTo>
                  <a:lnTo>
                    <a:pt x="34803453" y="0"/>
                  </a:lnTo>
                  <a:lnTo>
                    <a:pt x="34803453" y="41128822"/>
                  </a:lnTo>
                  <a:lnTo>
                    <a:pt x="0" y="41128822"/>
                  </a:lnTo>
                  <a:lnTo>
                    <a:pt x="0" y="0"/>
                  </a:lnTo>
                  <a:close/>
                </a:path>
              </a:pathLst>
            </a:custGeom>
            <a:solidFill>
              <a:srgbClr val="EAD486"/>
            </a:solidFill>
          </p:spPr>
        </p:sp>
        <p:sp>
          <p:nvSpPr>
            <p:cNvPr name="Freeform 6" id="6"/>
            <p:cNvSpPr/>
            <p:nvPr/>
          </p:nvSpPr>
          <p:spPr>
            <a:xfrm flipH="false" flipV="false" rot="0">
              <a:off x="0" y="0"/>
              <a:ext cx="34948233" cy="41273602"/>
            </a:xfrm>
            <a:custGeom>
              <a:avLst/>
              <a:gdLst/>
              <a:ahLst/>
              <a:cxnLst/>
              <a:rect r="r" b="b" t="t" l="l"/>
              <a:pathLst>
                <a:path h="41273602" w="34948233">
                  <a:moveTo>
                    <a:pt x="34803451" y="41128823"/>
                  </a:moveTo>
                  <a:lnTo>
                    <a:pt x="34948233" y="41128823"/>
                  </a:lnTo>
                  <a:lnTo>
                    <a:pt x="34948233" y="41273602"/>
                  </a:lnTo>
                  <a:lnTo>
                    <a:pt x="34803451" y="41273602"/>
                  </a:lnTo>
                  <a:lnTo>
                    <a:pt x="34803451" y="41128823"/>
                  </a:lnTo>
                  <a:close/>
                  <a:moveTo>
                    <a:pt x="0" y="144780"/>
                  </a:moveTo>
                  <a:lnTo>
                    <a:pt x="144780" y="144780"/>
                  </a:lnTo>
                  <a:lnTo>
                    <a:pt x="144780" y="41128823"/>
                  </a:lnTo>
                  <a:lnTo>
                    <a:pt x="0" y="41128823"/>
                  </a:lnTo>
                  <a:lnTo>
                    <a:pt x="0" y="144780"/>
                  </a:lnTo>
                  <a:close/>
                  <a:moveTo>
                    <a:pt x="0" y="41128823"/>
                  </a:moveTo>
                  <a:lnTo>
                    <a:pt x="144780" y="41128823"/>
                  </a:lnTo>
                  <a:lnTo>
                    <a:pt x="144780" y="41273602"/>
                  </a:lnTo>
                  <a:lnTo>
                    <a:pt x="0" y="41273602"/>
                  </a:lnTo>
                  <a:lnTo>
                    <a:pt x="0" y="41128823"/>
                  </a:lnTo>
                  <a:close/>
                  <a:moveTo>
                    <a:pt x="34803451" y="144780"/>
                  </a:moveTo>
                  <a:lnTo>
                    <a:pt x="34948233" y="144780"/>
                  </a:lnTo>
                  <a:lnTo>
                    <a:pt x="34948233" y="41128823"/>
                  </a:lnTo>
                  <a:lnTo>
                    <a:pt x="34803451" y="41128823"/>
                  </a:lnTo>
                  <a:lnTo>
                    <a:pt x="34803451" y="144780"/>
                  </a:lnTo>
                  <a:close/>
                  <a:moveTo>
                    <a:pt x="144780" y="41128823"/>
                  </a:moveTo>
                  <a:lnTo>
                    <a:pt x="34803451" y="41128823"/>
                  </a:lnTo>
                  <a:lnTo>
                    <a:pt x="34803451" y="41273602"/>
                  </a:lnTo>
                  <a:lnTo>
                    <a:pt x="144780" y="41273602"/>
                  </a:lnTo>
                  <a:lnTo>
                    <a:pt x="144780" y="41128823"/>
                  </a:lnTo>
                  <a:close/>
                  <a:moveTo>
                    <a:pt x="34803451" y="0"/>
                  </a:moveTo>
                  <a:lnTo>
                    <a:pt x="34948233" y="0"/>
                  </a:lnTo>
                  <a:lnTo>
                    <a:pt x="34948233" y="144780"/>
                  </a:lnTo>
                  <a:lnTo>
                    <a:pt x="34803451" y="144780"/>
                  </a:lnTo>
                  <a:lnTo>
                    <a:pt x="34803451" y="0"/>
                  </a:lnTo>
                  <a:close/>
                  <a:moveTo>
                    <a:pt x="0" y="0"/>
                  </a:moveTo>
                  <a:lnTo>
                    <a:pt x="144780" y="0"/>
                  </a:lnTo>
                  <a:lnTo>
                    <a:pt x="144780" y="144780"/>
                  </a:lnTo>
                  <a:lnTo>
                    <a:pt x="0" y="144780"/>
                  </a:lnTo>
                  <a:lnTo>
                    <a:pt x="0" y="0"/>
                  </a:lnTo>
                  <a:close/>
                  <a:moveTo>
                    <a:pt x="144780" y="0"/>
                  </a:moveTo>
                  <a:lnTo>
                    <a:pt x="34803451" y="0"/>
                  </a:lnTo>
                  <a:lnTo>
                    <a:pt x="34803451" y="144780"/>
                  </a:lnTo>
                  <a:lnTo>
                    <a:pt x="144780" y="144780"/>
                  </a:lnTo>
                  <a:lnTo>
                    <a:pt x="144780" y="0"/>
                  </a:lnTo>
                  <a:close/>
                </a:path>
              </a:pathLst>
            </a:custGeom>
            <a:solidFill>
              <a:srgbClr val="000000"/>
            </a:solidFill>
          </p:spPr>
        </p:sp>
      </p:grpSp>
      <p:grpSp>
        <p:nvGrpSpPr>
          <p:cNvPr name="Group 7" id="7"/>
          <p:cNvGrpSpPr/>
          <p:nvPr/>
        </p:nvGrpSpPr>
        <p:grpSpPr>
          <a:xfrm rot="0">
            <a:off x="666750" y="666750"/>
            <a:ext cx="16954500" cy="866314"/>
            <a:chOff x="0" y="0"/>
            <a:chExt cx="90918020" cy="4645584"/>
          </a:xfrm>
        </p:grpSpPr>
        <p:sp>
          <p:nvSpPr>
            <p:cNvPr name="Freeform 8" id="8"/>
            <p:cNvSpPr/>
            <p:nvPr/>
          </p:nvSpPr>
          <p:spPr>
            <a:xfrm flipH="false" flipV="false" rot="0">
              <a:off x="72390" y="72390"/>
              <a:ext cx="90773240" cy="4500805"/>
            </a:xfrm>
            <a:custGeom>
              <a:avLst/>
              <a:gdLst/>
              <a:ahLst/>
              <a:cxnLst/>
              <a:rect r="r" b="b" t="t" l="l"/>
              <a:pathLst>
                <a:path h="4500805" w="90773240">
                  <a:moveTo>
                    <a:pt x="0" y="0"/>
                  </a:moveTo>
                  <a:lnTo>
                    <a:pt x="90773240" y="0"/>
                  </a:lnTo>
                  <a:lnTo>
                    <a:pt x="90773240" y="4500805"/>
                  </a:lnTo>
                  <a:lnTo>
                    <a:pt x="0" y="4500805"/>
                  </a:lnTo>
                  <a:lnTo>
                    <a:pt x="0" y="0"/>
                  </a:lnTo>
                  <a:close/>
                </a:path>
              </a:pathLst>
            </a:custGeom>
            <a:solidFill>
              <a:srgbClr val="9DCED8"/>
            </a:solidFill>
          </p:spPr>
        </p:sp>
        <p:sp>
          <p:nvSpPr>
            <p:cNvPr name="Freeform 9" id="9"/>
            <p:cNvSpPr/>
            <p:nvPr/>
          </p:nvSpPr>
          <p:spPr>
            <a:xfrm flipH="false" flipV="false" rot="0">
              <a:off x="0" y="0"/>
              <a:ext cx="90918023" cy="4645584"/>
            </a:xfrm>
            <a:custGeom>
              <a:avLst/>
              <a:gdLst/>
              <a:ahLst/>
              <a:cxnLst/>
              <a:rect r="r" b="b" t="t" l="l"/>
              <a:pathLst>
                <a:path h="4645584" w="90918023">
                  <a:moveTo>
                    <a:pt x="90773238" y="4500804"/>
                  </a:moveTo>
                  <a:lnTo>
                    <a:pt x="90918023" y="4500804"/>
                  </a:lnTo>
                  <a:lnTo>
                    <a:pt x="90918023" y="4645584"/>
                  </a:lnTo>
                  <a:lnTo>
                    <a:pt x="90773238" y="4645584"/>
                  </a:lnTo>
                  <a:lnTo>
                    <a:pt x="90773238" y="4500804"/>
                  </a:lnTo>
                  <a:close/>
                  <a:moveTo>
                    <a:pt x="0" y="144780"/>
                  </a:moveTo>
                  <a:lnTo>
                    <a:pt x="144780" y="144780"/>
                  </a:lnTo>
                  <a:lnTo>
                    <a:pt x="144780" y="4500804"/>
                  </a:lnTo>
                  <a:lnTo>
                    <a:pt x="0" y="4500804"/>
                  </a:lnTo>
                  <a:lnTo>
                    <a:pt x="0" y="144780"/>
                  </a:lnTo>
                  <a:close/>
                  <a:moveTo>
                    <a:pt x="0" y="4500804"/>
                  </a:moveTo>
                  <a:lnTo>
                    <a:pt x="144780" y="4500804"/>
                  </a:lnTo>
                  <a:lnTo>
                    <a:pt x="144780" y="4645584"/>
                  </a:lnTo>
                  <a:lnTo>
                    <a:pt x="0" y="4645584"/>
                  </a:lnTo>
                  <a:lnTo>
                    <a:pt x="0" y="4500804"/>
                  </a:lnTo>
                  <a:close/>
                  <a:moveTo>
                    <a:pt x="90773238" y="144780"/>
                  </a:moveTo>
                  <a:lnTo>
                    <a:pt x="90918023" y="144780"/>
                  </a:lnTo>
                  <a:lnTo>
                    <a:pt x="90918023" y="4500804"/>
                  </a:lnTo>
                  <a:lnTo>
                    <a:pt x="90773238" y="4500804"/>
                  </a:lnTo>
                  <a:lnTo>
                    <a:pt x="90773238" y="144780"/>
                  </a:lnTo>
                  <a:close/>
                  <a:moveTo>
                    <a:pt x="144780" y="4500804"/>
                  </a:moveTo>
                  <a:lnTo>
                    <a:pt x="90773238" y="4500804"/>
                  </a:lnTo>
                  <a:lnTo>
                    <a:pt x="90773238" y="4645584"/>
                  </a:lnTo>
                  <a:lnTo>
                    <a:pt x="144780" y="4645584"/>
                  </a:lnTo>
                  <a:lnTo>
                    <a:pt x="144780" y="4500804"/>
                  </a:lnTo>
                  <a:close/>
                  <a:moveTo>
                    <a:pt x="90773238" y="0"/>
                  </a:moveTo>
                  <a:lnTo>
                    <a:pt x="90918023" y="0"/>
                  </a:lnTo>
                  <a:lnTo>
                    <a:pt x="90918023" y="144780"/>
                  </a:lnTo>
                  <a:lnTo>
                    <a:pt x="90773238" y="144780"/>
                  </a:lnTo>
                  <a:lnTo>
                    <a:pt x="90773238" y="0"/>
                  </a:lnTo>
                  <a:close/>
                  <a:moveTo>
                    <a:pt x="0" y="0"/>
                  </a:moveTo>
                  <a:lnTo>
                    <a:pt x="144780" y="0"/>
                  </a:lnTo>
                  <a:lnTo>
                    <a:pt x="144780" y="144780"/>
                  </a:lnTo>
                  <a:lnTo>
                    <a:pt x="0" y="144780"/>
                  </a:lnTo>
                  <a:lnTo>
                    <a:pt x="0" y="0"/>
                  </a:lnTo>
                  <a:close/>
                  <a:moveTo>
                    <a:pt x="144780" y="0"/>
                  </a:moveTo>
                  <a:lnTo>
                    <a:pt x="90773238" y="0"/>
                  </a:lnTo>
                  <a:lnTo>
                    <a:pt x="90773238" y="144780"/>
                  </a:lnTo>
                  <a:lnTo>
                    <a:pt x="144780" y="144780"/>
                  </a:lnTo>
                  <a:lnTo>
                    <a:pt x="144780" y="0"/>
                  </a:lnTo>
                  <a:close/>
                </a:path>
              </a:pathLst>
            </a:custGeom>
            <a:solidFill>
              <a:srgbClr val="000000"/>
            </a:solidFill>
          </p:spPr>
        </p:sp>
      </p:grpSp>
      <p:grpSp>
        <p:nvGrpSpPr>
          <p:cNvPr name="Group 10" id="10"/>
          <p:cNvGrpSpPr>
            <a:grpSpLocks noChangeAspect="true"/>
          </p:cNvGrpSpPr>
          <p:nvPr/>
        </p:nvGrpSpPr>
        <p:grpSpPr>
          <a:xfrm rot="0">
            <a:off x="1219200" y="959306"/>
            <a:ext cx="281202" cy="281202"/>
            <a:chOff x="0" y="0"/>
            <a:chExt cx="495300" cy="495300"/>
          </a:xfrm>
        </p:grpSpPr>
        <p:sp>
          <p:nvSpPr>
            <p:cNvPr name="Freeform 11" id="11"/>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2" id="12"/>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4B9B7"/>
            </a:solidFill>
          </p:spPr>
        </p:sp>
      </p:grpSp>
      <p:grpSp>
        <p:nvGrpSpPr>
          <p:cNvPr name="Group 13" id="13"/>
          <p:cNvGrpSpPr>
            <a:grpSpLocks noChangeAspect="true"/>
          </p:cNvGrpSpPr>
          <p:nvPr/>
        </p:nvGrpSpPr>
        <p:grpSpPr>
          <a:xfrm rot="0">
            <a:off x="1742282" y="959306"/>
            <a:ext cx="281202" cy="281202"/>
            <a:chOff x="0" y="0"/>
            <a:chExt cx="495300" cy="495300"/>
          </a:xfrm>
        </p:grpSpPr>
        <p:sp>
          <p:nvSpPr>
            <p:cNvPr name="Freeform 14" id="14"/>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5" id="15"/>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AD486"/>
            </a:solidFill>
          </p:spPr>
        </p:sp>
      </p:grpSp>
      <p:grpSp>
        <p:nvGrpSpPr>
          <p:cNvPr name="Group 16" id="16"/>
          <p:cNvGrpSpPr>
            <a:grpSpLocks noChangeAspect="true"/>
          </p:cNvGrpSpPr>
          <p:nvPr/>
        </p:nvGrpSpPr>
        <p:grpSpPr>
          <a:xfrm rot="0">
            <a:off x="2265364" y="959306"/>
            <a:ext cx="281202" cy="281202"/>
            <a:chOff x="0" y="0"/>
            <a:chExt cx="495300" cy="495300"/>
          </a:xfrm>
        </p:grpSpPr>
        <p:sp>
          <p:nvSpPr>
            <p:cNvPr name="Freeform 17" id="17"/>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8" id="18"/>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CAE4BA"/>
            </a:solidFill>
          </p:spPr>
        </p:sp>
      </p:grpSp>
      <p:sp>
        <p:nvSpPr>
          <p:cNvPr name="Freeform 19" id="19"/>
          <p:cNvSpPr/>
          <p:nvPr/>
        </p:nvSpPr>
        <p:spPr>
          <a:xfrm flipH="false" flipV="false" rot="0">
            <a:off x="16759710" y="945362"/>
            <a:ext cx="309090" cy="309090"/>
          </a:xfrm>
          <a:custGeom>
            <a:avLst/>
            <a:gdLst/>
            <a:ahLst/>
            <a:cxnLst/>
            <a:rect r="r" b="b" t="t" l="l"/>
            <a:pathLst>
              <a:path h="309090" w="309090">
                <a:moveTo>
                  <a:pt x="0" y="0"/>
                </a:moveTo>
                <a:lnTo>
                  <a:pt x="309090" y="0"/>
                </a:lnTo>
                <a:lnTo>
                  <a:pt x="309090" y="309090"/>
                </a:lnTo>
                <a:lnTo>
                  <a:pt x="0" y="3090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0">
            <a:off x="1359801" y="2260171"/>
            <a:ext cx="9099265" cy="5766659"/>
          </a:xfrm>
          <a:custGeom>
            <a:avLst/>
            <a:gdLst/>
            <a:ahLst/>
            <a:cxnLst/>
            <a:rect r="r" b="b" t="t" l="l"/>
            <a:pathLst>
              <a:path h="5766659" w="9099265">
                <a:moveTo>
                  <a:pt x="0" y="0"/>
                </a:moveTo>
                <a:lnTo>
                  <a:pt x="9099265" y="0"/>
                </a:lnTo>
                <a:lnTo>
                  <a:pt x="9099265" y="5766658"/>
                </a:lnTo>
                <a:lnTo>
                  <a:pt x="0" y="5766658"/>
                </a:lnTo>
                <a:lnTo>
                  <a:pt x="0" y="0"/>
                </a:lnTo>
                <a:close/>
              </a:path>
            </a:pathLst>
          </a:custGeom>
          <a:blipFill>
            <a:blip r:embed="rId4"/>
            <a:stretch>
              <a:fillRect l="0" t="0" r="0" b="0"/>
            </a:stretch>
          </a:blipFill>
        </p:spPr>
      </p:sp>
      <p:sp>
        <p:nvSpPr>
          <p:cNvPr name="TextBox 21" id="21"/>
          <p:cNvSpPr txBox="true"/>
          <p:nvPr/>
        </p:nvSpPr>
        <p:spPr>
          <a:xfrm rot="0">
            <a:off x="11264912" y="3939752"/>
            <a:ext cx="6192198" cy="3327400"/>
          </a:xfrm>
          <a:prstGeom prst="rect">
            <a:avLst/>
          </a:prstGeom>
        </p:spPr>
        <p:txBody>
          <a:bodyPr anchor="t" rtlCol="false" tIns="0" lIns="0" bIns="0" rIns="0">
            <a:spAutoFit/>
          </a:bodyPr>
          <a:lstStyle/>
          <a:p>
            <a:pPr algn="l">
              <a:lnSpc>
                <a:spcPts val="6500"/>
              </a:lnSpc>
            </a:pPr>
            <a:r>
              <a:rPr lang="en-US" sz="6500" b="true">
                <a:solidFill>
                  <a:srgbClr val="000000"/>
                </a:solidFill>
                <a:latin typeface="Courier Prime Bold"/>
                <a:ea typeface="Courier Prime Bold"/>
                <a:cs typeface="Courier Prime Bold"/>
                <a:sym typeface="Courier Prime Bold"/>
              </a:rPr>
              <a:t>Fitness Score over Iterations</a:t>
            </a:r>
          </a:p>
          <a:p>
            <a:pPr algn="l">
              <a:lnSpc>
                <a:spcPts val="6500"/>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6F2F2"/>
        </a:solidFill>
      </p:bgPr>
    </p:bg>
    <p:spTree>
      <p:nvGrpSpPr>
        <p:cNvPr id="1" name=""/>
        <p:cNvGrpSpPr/>
        <p:nvPr/>
      </p:nvGrpSpPr>
      <p:grpSpPr>
        <a:xfrm>
          <a:off x="0" y="0"/>
          <a:ext cx="0" cy="0"/>
          <a:chOff x="0" y="0"/>
          <a:chExt cx="0" cy="0"/>
        </a:xfrm>
      </p:grpSpPr>
      <p:grpSp>
        <p:nvGrpSpPr>
          <p:cNvPr name="Group 2" id="2"/>
          <p:cNvGrpSpPr/>
          <p:nvPr/>
        </p:nvGrpSpPr>
        <p:grpSpPr>
          <a:xfrm rot="0">
            <a:off x="666750" y="1472354"/>
            <a:ext cx="16954500" cy="8147896"/>
            <a:chOff x="0" y="0"/>
            <a:chExt cx="32818334" cy="15771645"/>
          </a:xfrm>
        </p:grpSpPr>
        <p:sp>
          <p:nvSpPr>
            <p:cNvPr name="Freeform 3" id="3"/>
            <p:cNvSpPr/>
            <p:nvPr/>
          </p:nvSpPr>
          <p:spPr>
            <a:xfrm flipH="false" flipV="false" rot="0">
              <a:off x="0" y="0"/>
              <a:ext cx="32818335" cy="15771645"/>
            </a:xfrm>
            <a:custGeom>
              <a:avLst/>
              <a:gdLst/>
              <a:ahLst/>
              <a:cxnLst/>
              <a:rect r="r" b="b" t="t" l="l"/>
              <a:pathLst>
                <a:path h="15771645" w="32818335">
                  <a:moveTo>
                    <a:pt x="0" y="0"/>
                  </a:moveTo>
                  <a:lnTo>
                    <a:pt x="0" y="15771645"/>
                  </a:lnTo>
                  <a:lnTo>
                    <a:pt x="32818335" y="15771645"/>
                  </a:lnTo>
                  <a:lnTo>
                    <a:pt x="32818335" y="0"/>
                  </a:lnTo>
                  <a:lnTo>
                    <a:pt x="0" y="0"/>
                  </a:lnTo>
                  <a:close/>
                  <a:moveTo>
                    <a:pt x="32757374" y="15710684"/>
                  </a:moveTo>
                  <a:lnTo>
                    <a:pt x="59690" y="15710684"/>
                  </a:lnTo>
                  <a:lnTo>
                    <a:pt x="59690" y="59690"/>
                  </a:lnTo>
                  <a:lnTo>
                    <a:pt x="32757374" y="59690"/>
                  </a:lnTo>
                  <a:lnTo>
                    <a:pt x="32757374" y="15710684"/>
                  </a:lnTo>
                  <a:close/>
                </a:path>
              </a:pathLst>
            </a:custGeom>
            <a:solidFill>
              <a:srgbClr val="000000"/>
            </a:solidFill>
          </p:spPr>
        </p:sp>
      </p:grpSp>
      <p:grpSp>
        <p:nvGrpSpPr>
          <p:cNvPr name="Group 4" id="4"/>
          <p:cNvGrpSpPr/>
          <p:nvPr/>
        </p:nvGrpSpPr>
        <p:grpSpPr>
          <a:xfrm rot="0">
            <a:off x="10722057" y="1472354"/>
            <a:ext cx="6899193" cy="8147896"/>
            <a:chOff x="0" y="0"/>
            <a:chExt cx="34948232" cy="41273602"/>
          </a:xfrm>
        </p:grpSpPr>
        <p:sp>
          <p:nvSpPr>
            <p:cNvPr name="Freeform 5" id="5"/>
            <p:cNvSpPr/>
            <p:nvPr/>
          </p:nvSpPr>
          <p:spPr>
            <a:xfrm flipH="false" flipV="false" rot="0">
              <a:off x="72390" y="72390"/>
              <a:ext cx="34803453" cy="41128822"/>
            </a:xfrm>
            <a:custGeom>
              <a:avLst/>
              <a:gdLst/>
              <a:ahLst/>
              <a:cxnLst/>
              <a:rect r="r" b="b" t="t" l="l"/>
              <a:pathLst>
                <a:path h="41128822" w="34803453">
                  <a:moveTo>
                    <a:pt x="0" y="0"/>
                  </a:moveTo>
                  <a:lnTo>
                    <a:pt x="34803453" y="0"/>
                  </a:lnTo>
                  <a:lnTo>
                    <a:pt x="34803453" y="41128822"/>
                  </a:lnTo>
                  <a:lnTo>
                    <a:pt x="0" y="41128822"/>
                  </a:lnTo>
                  <a:lnTo>
                    <a:pt x="0" y="0"/>
                  </a:lnTo>
                  <a:close/>
                </a:path>
              </a:pathLst>
            </a:custGeom>
            <a:solidFill>
              <a:srgbClr val="EAD486"/>
            </a:solidFill>
          </p:spPr>
        </p:sp>
        <p:sp>
          <p:nvSpPr>
            <p:cNvPr name="Freeform 6" id="6"/>
            <p:cNvSpPr/>
            <p:nvPr/>
          </p:nvSpPr>
          <p:spPr>
            <a:xfrm flipH="false" flipV="false" rot="0">
              <a:off x="0" y="0"/>
              <a:ext cx="34948233" cy="41273602"/>
            </a:xfrm>
            <a:custGeom>
              <a:avLst/>
              <a:gdLst/>
              <a:ahLst/>
              <a:cxnLst/>
              <a:rect r="r" b="b" t="t" l="l"/>
              <a:pathLst>
                <a:path h="41273602" w="34948233">
                  <a:moveTo>
                    <a:pt x="34803451" y="41128823"/>
                  </a:moveTo>
                  <a:lnTo>
                    <a:pt x="34948233" y="41128823"/>
                  </a:lnTo>
                  <a:lnTo>
                    <a:pt x="34948233" y="41273602"/>
                  </a:lnTo>
                  <a:lnTo>
                    <a:pt x="34803451" y="41273602"/>
                  </a:lnTo>
                  <a:lnTo>
                    <a:pt x="34803451" y="41128823"/>
                  </a:lnTo>
                  <a:close/>
                  <a:moveTo>
                    <a:pt x="0" y="144780"/>
                  </a:moveTo>
                  <a:lnTo>
                    <a:pt x="144780" y="144780"/>
                  </a:lnTo>
                  <a:lnTo>
                    <a:pt x="144780" y="41128823"/>
                  </a:lnTo>
                  <a:lnTo>
                    <a:pt x="0" y="41128823"/>
                  </a:lnTo>
                  <a:lnTo>
                    <a:pt x="0" y="144780"/>
                  </a:lnTo>
                  <a:close/>
                  <a:moveTo>
                    <a:pt x="0" y="41128823"/>
                  </a:moveTo>
                  <a:lnTo>
                    <a:pt x="144780" y="41128823"/>
                  </a:lnTo>
                  <a:lnTo>
                    <a:pt x="144780" y="41273602"/>
                  </a:lnTo>
                  <a:lnTo>
                    <a:pt x="0" y="41273602"/>
                  </a:lnTo>
                  <a:lnTo>
                    <a:pt x="0" y="41128823"/>
                  </a:lnTo>
                  <a:close/>
                  <a:moveTo>
                    <a:pt x="34803451" y="144780"/>
                  </a:moveTo>
                  <a:lnTo>
                    <a:pt x="34948233" y="144780"/>
                  </a:lnTo>
                  <a:lnTo>
                    <a:pt x="34948233" y="41128823"/>
                  </a:lnTo>
                  <a:lnTo>
                    <a:pt x="34803451" y="41128823"/>
                  </a:lnTo>
                  <a:lnTo>
                    <a:pt x="34803451" y="144780"/>
                  </a:lnTo>
                  <a:close/>
                  <a:moveTo>
                    <a:pt x="144780" y="41128823"/>
                  </a:moveTo>
                  <a:lnTo>
                    <a:pt x="34803451" y="41128823"/>
                  </a:lnTo>
                  <a:lnTo>
                    <a:pt x="34803451" y="41273602"/>
                  </a:lnTo>
                  <a:lnTo>
                    <a:pt x="144780" y="41273602"/>
                  </a:lnTo>
                  <a:lnTo>
                    <a:pt x="144780" y="41128823"/>
                  </a:lnTo>
                  <a:close/>
                  <a:moveTo>
                    <a:pt x="34803451" y="0"/>
                  </a:moveTo>
                  <a:lnTo>
                    <a:pt x="34948233" y="0"/>
                  </a:lnTo>
                  <a:lnTo>
                    <a:pt x="34948233" y="144780"/>
                  </a:lnTo>
                  <a:lnTo>
                    <a:pt x="34803451" y="144780"/>
                  </a:lnTo>
                  <a:lnTo>
                    <a:pt x="34803451" y="0"/>
                  </a:lnTo>
                  <a:close/>
                  <a:moveTo>
                    <a:pt x="0" y="0"/>
                  </a:moveTo>
                  <a:lnTo>
                    <a:pt x="144780" y="0"/>
                  </a:lnTo>
                  <a:lnTo>
                    <a:pt x="144780" y="144780"/>
                  </a:lnTo>
                  <a:lnTo>
                    <a:pt x="0" y="144780"/>
                  </a:lnTo>
                  <a:lnTo>
                    <a:pt x="0" y="0"/>
                  </a:lnTo>
                  <a:close/>
                  <a:moveTo>
                    <a:pt x="144780" y="0"/>
                  </a:moveTo>
                  <a:lnTo>
                    <a:pt x="34803451" y="0"/>
                  </a:lnTo>
                  <a:lnTo>
                    <a:pt x="34803451" y="144780"/>
                  </a:lnTo>
                  <a:lnTo>
                    <a:pt x="144780" y="144780"/>
                  </a:lnTo>
                  <a:lnTo>
                    <a:pt x="144780" y="0"/>
                  </a:lnTo>
                  <a:close/>
                </a:path>
              </a:pathLst>
            </a:custGeom>
            <a:solidFill>
              <a:srgbClr val="000000"/>
            </a:solidFill>
          </p:spPr>
        </p:sp>
      </p:grpSp>
      <p:grpSp>
        <p:nvGrpSpPr>
          <p:cNvPr name="Group 7" id="7"/>
          <p:cNvGrpSpPr/>
          <p:nvPr/>
        </p:nvGrpSpPr>
        <p:grpSpPr>
          <a:xfrm rot="0">
            <a:off x="666750" y="666750"/>
            <a:ext cx="16954500" cy="866314"/>
            <a:chOff x="0" y="0"/>
            <a:chExt cx="90918020" cy="4645584"/>
          </a:xfrm>
        </p:grpSpPr>
        <p:sp>
          <p:nvSpPr>
            <p:cNvPr name="Freeform 8" id="8"/>
            <p:cNvSpPr/>
            <p:nvPr/>
          </p:nvSpPr>
          <p:spPr>
            <a:xfrm flipH="false" flipV="false" rot="0">
              <a:off x="72390" y="72390"/>
              <a:ext cx="90773240" cy="4500805"/>
            </a:xfrm>
            <a:custGeom>
              <a:avLst/>
              <a:gdLst/>
              <a:ahLst/>
              <a:cxnLst/>
              <a:rect r="r" b="b" t="t" l="l"/>
              <a:pathLst>
                <a:path h="4500805" w="90773240">
                  <a:moveTo>
                    <a:pt x="0" y="0"/>
                  </a:moveTo>
                  <a:lnTo>
                    <a:pt x="90773240" y="0"/>
                  </a:lnTo>
                  <a:lnTo>
                    <a:pt x="90773240" y="4500805"/>
                  </a:lnTo>
                  <a:lnTo>
                    <a:pt x="0" y="4500805"/>
                  </a:lnTo>
                  <a:lnTo>
                    <a:pt x="0" y="0"/>
                  </a:lnTo>
                  <a:close/>
                </a:path>
              </a:pathLst>
            </a:custGeom>
            <a:solidFill>
              <a:srgbClr val="9DCED8"/>
            </a:solidFill>
          </p:spPr>
        </p:sp>
        <p:sp>
          <p:nvSpPr>
            <p:cNvPr name="Freeform 9" id="9"/>
            <p:cNvSpPr/>
            <p:nvPr/>
          </p:nvSpPr>
          <p:spPr>
            <a:xfrm flipH="false" flipV="false" rot="0">
              <a:off x="0" y="0"/>
              <a:ext cx="90918023" cy="4645584"/>
            </a:xfrm>
            <a:custGeom>
              <a:avLst/>
              <a:gdLst/>
              <a:ahLst/>
              <a:cxnLst/>
              <a:rect r="r" b="b" t="t" l="l"/>
              <a:pathLst>
                <a:path h="4645584" w="90918023">
                  <a:moveTo>
                    <a:pt x="90773238" y="4500804"/>
                  </a:moveTo>
                  <a:lnTo>
                    <a:pt x="90918023" y="4500804"/>
                  </a:lnTo>
                  <a:lnTo>
                    <a:pt x="90918023" y="4645584"/>
                  </a:lnTo>
                  <a:lnTo>
                    <a:pt x="90773238" y="4645584"/>
                  </a:lnTo>
                  <a:lnTo>
                    <a:pt x="90773238" y="4500804"/>
                  </a:lnTo>
                  <a:close/>
                  <a:moveTo>
                    <a:pt x="0" y="144780"/>
                  </a:moveTo>
                  <a:lnTo>
                    <a:pt x="144780" y="144780"/>
                  </a:lnTo>
                  <a:lnTo>
                    <a:pt x="144780" y="4500804"/>
                  </a:lnTo>
                  <a:lnTo>
                    <a:pt x="0" y="4500804"/>
                  </a:lnTo>
                  <a:lnTo>
                    <a:pt x="0" y="144780"/>
                  </a:lnTo>
                  <a:close/>
                  <a:moveTo>
                    <a:pt x="0" y="4500804"/>
                  </a:moveTo>
                  <a:lnTo>
                    <a:pt x="144780" y="4500804"/>
                  </a:lnTo>
                  <a:lnTo>
                    <a:pt x="144780" y="4645584"/>
                  </a:lnTo>
                  <a:lnTo>
                    <a:pt x="0" y="4645584"/>
                  </a:lnTo>
                  <a:lnTo>
                    <a:pt x="0" y="4500804"/>
                  </a:lnTo>
                  <a:close/>
                  <a:moveTo>
                    <a:pt x="90773238" y="144780"/>
                  </a:moveTo>
                  <a:lnTo>
                    <a:pt x="90918023" y="144780"/>
                  </a:lnTo>
                  <a:lnTo>
                    <a:pt x="90918023" y="4500804"/>
                  </a:lnTo>
                  <a:lnTo>
                    <a:pt x="90773238" y="4500804"/>
                  </a:lnTo>
                  <a:lnTo>
                    <a:pt x="90773238" y="144780"/>
                  </a:lnTo>
                  <a:close/>
                  <a:moveTo>
                    <a:pt x="144780" y="4500804"/>
                  </a:moveTo>
                  <a:lnTo>
                    <a:pt x="90773238" y="4500804"/>
                  </a:lnTo>
                  <a:lnTo>
                    <a:pt x="90773238" y="4645584"/>
                  </a:lnTo>
                  <a:lnTo>
                    <a:pt x="144780" y="4645584"/>
                  </a:lnTo>
                  <a:lnTo>
                    <a:pt x="144780" y="4500804"/>
                  </a:lnTo>
                  <a:close/>
                  <a:moveTo>
                    <a:pt x="90773238" y="0"/>
                  </a:moveTo>
                  <a:lnTo>
                    <a:pt x="90918023" y="0"/>
                  </a:lnTo>
                  <a:lnTo>
                    <a:pt x="90918023" y="144780"/>
                  </a:lnTo>
                  <a:lnTo>
                    <a:pt x="90773238" y="144780"/>
                  </a:lnTo>
                  <a:lnTo>
                    <a:pt x="90773238" y="0"/>
                  </a:lnTo>
                  <a:close/>
                  <a:moveTo>
                    <a:pt x="0" y="0"/>
                  </a:moveTo>
                  <a:lnTo>
                    <a:pt x="144780" y="0"/>
                  </a:lnTo>
                  <a:lnTo>
                    <a:pt x="144780" y="144780"/>
                  </a:lnTo>
                  <a:lnTo>
                    <a:pt x="0" y="144780"/>
                  </a:lnTo>
                  <a:lnTo>
                    <a:pt x="0" y="0"/>
                  </a:lnTo>
                  <a:close/>
                  <a:moveTo>
                    <a:pt x="144780" y="0"/>
                  </a:moveTo>
                  <a:lnTo>
                    <a:pt x="90773238" y="0"/>
                  </a:lnTo>
                  <a:lnTo>
                    <a:pt x="90773238" y="144780"/>
                  </a:lnTo>
                  <a:lnTo>
                    <a:pt x="144780" y="144780"/>
                  </a:lnTo>
                  <a:lnTo>
                    <a:pt x="144780" y="0"/>
                  </a:lnTo>
                  <a:close/>
                </a:path>
              </a:pathLst>
            </a:custGeom>
            <a:solidFill>
              <a:srgbClr val="000000"/>
            </a:solidFill>
          </p:spPr>
        </p:sp>
      </p:grpSp>
      <p:grpSp>
        <p:nvGrpSpPr>
          <p:cNvPr name="Group 10" id="10"/>
          <p:cNvGrpSpPr>
            <a:grpSpLocks noChangeAspect="true"/>
          </p:cNvGrpSpPr>
          <p:nvPr/>
        </p:nvGrpSpPr>
        <p:grpSpPr>
          <a:xfrm rot="0">
            <a:off x="1219200" y="959306"/>
            <a:ext cx="281202" cy="281202"/>
            <a:chOff x="0" y="0"/>
            <a:chExt cx="495300" cy="495300"/>
          </a:xfrm>
        </p:grpSpPr>
        <p:sp>
          <p:nvSpPr>
            <p:cNvPr name="Freeform 11" id="11"/>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2" id="12"/>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4B9B7"/>
            </a:solidFill>
          </p:spPr>
        </p:sp>
      </p:grpSp>
      <p:grpSp>
        <p:nvGrpSpPr>
          <p:cNvPr name="Group 13" id="13"/>
          <p:cNvGrpSpPr>
            <a:grpSpLocks noChangeAspect="true"/>
          </p:cNvGrpSpPr>
          <p:nvPr/>
        </p:nvGrpSpPr>
        <p:grpSpPr>
          <a:xfrm rot="0">
            <a:off x="1742282" y="959306"/>
            <a:ext cx="281202" cy="281202"/>
            <a:chOff x="0" y="0"/>
            <a:chExt cx="495300" cy="495300"/>
          </a:xfrm>
        </p:grpSpPr>
        <p:sp>
          <p:nvSpPr>
            <p:cNvPr name="Freeform 14" id="14"/>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5" id="15"/>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AD486"/>
            </a:solidFill>
          </p:spPr>
        </p:sp>
      </p:grpSp>
      <p:grpSp>
        <p:nvGrpSpPr>
          <p:cNvPr name="Group 16" id="16"/>
          <p:cNvGrpSpPr>
            <a:grpSpLocks noChangeAspect="true"/>
          </p:cNvGrpSpPr>
          <p:nvPr/>
        </p:nvGrpSpPr>
        <p:grpSpPr>
          <a:xfrm rot="0">
            <a:off x="2265364" y="959306"/>
            <a:ext cx="281202" cy="281202"/>
            <a:chOff x="0" y="0"/>
            <a:chExt cx="495300" cy="495300"/>
          </a:xfrm>
        </p:grpSpPr>
        <p:sp>
          <p:nvSpPr>
            <p:cNvPr name="Freeform 17" id="17"/>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8" id="18"/>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CAE4BA"/>
            </a:solidFill>
          </p:spPr>
        </p:sp>
      </p:grpSp>
      <p:sp>
        <p:nvSpPr>
          <p:cNvPr name="Freeform 19" id="19"/>
          <p:cNvSpPr/>
          <p:nvPr/>
        </p:nvSpPr>
        <p:spPr>
          <a:xfrm flipH="false" flipV="false" rot="0">
            <a:off x="16759710" y="945362"/>
            <a:ext cx="309090" cy="309090"/>
          </a:xfrm>
          <a:custGeom>
            <a:avLst/>
            <a:gdLst/>
            <a:ahLst/>
            <a:cxnLst/>
            <a:rect r="r" b="b" t="t" l="l"/>
            <a:pathLst>
              <a:path h="309090" w="309090">
                <a:moveTo>
                  <a:pt x="0" y="0"/>
                </a:moveTo>
                <a:lnTo>
                  <a:pt x="309090" y="0"/>
                </a:lnTo>
                <a:lnTo>
                  <a:pt x="309090" y="309090"/>
                </a:lnTo>
                <a:lnTo>
                  <a:pt x="0" y="3090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0">
            <a:off x="1028700" y="2527591"/>
            <a:ext cx="9412676" cy="5718200"/>
          </a:xfrm>
          <a:custGeom>
            <a:avLst/>
            <a:gdLst/>
            <a:ahLst/>
            <a:cxnLst/>
            <a:rect r="r" b="b" t="t" l="l"/>
            <a:pathLst>
              <a:path h="5718200" w="9412676">
                <a:moveTo>
                  <a:pt x="0" y="0"/>
                </a:moveTo>
                <a:lnTo>
                  <a:pt x="9412676" y="0"/>
                </a:lnTo>
                <a:lnTo>
                  <a:pt x="9412676" y="5718201"/>
                </a:lnTo>
                <a:lnTo>
                  <a:pt x="0" y="5718201"/>
                </a:lnTo>
                <a:lnTo>
                  <a:pt x="0" y="0"/>
                </a:lnTo>
                <a:close/>
              </a:path>
            </a:pathLst>
          </a:custGeom>
          <a:blipFill>
            <a:blip r:embed="rId4"/>
            <a:stretch>
              <a:fillRect l="0" t="0" r="0" b="0"/>
            </a:stretch>
          </a:blipFill>
        </p:spPr>
      </p:sp>
      <p:sp>
        <p:nvSpPr>
          <p:cNvPr name="TextBox 21" id="21"/>
          <p:cNvSpPr txBox="true"/>
          <p:nvPr/>
        </p:nvSpPr>
        <p:spPr>
          <a:xfrm rot="0">
            <a:off x="11264912" y="3939752"/>
            <a:ext cx="6192198" cy="3327400"/>
          </a:xfrm>
          <a:prstGeom prst="rect">
            <a:avLst/>
          </a:prstGeom>
        </p:spPr>
        <p:txBody>
          <a:bodyPr anchor="t" rtlCol="false" tIns="0" lIns="0" bIns="0" rIns="0">
            <a:spAutoFit/>
          </a:bodyPr>
          <a:lstStyle/>
          <a:p>
            <a:pPr algn="l">
              <a:lnSpc>
                <a:spcPts val="6500"/>
              </a:lnSpc>
            </a:pPr>
            <a:r>
              <a:rPr lang="en-US" sz="6500" b="true">
                <a:solidFill>
                  <a:srgbClr val="000000"/>
                </a:solidFill>
                <a:latin typeface="Courier Prime Bold"/>
                <a:ea typeface="Courier Prime Bold"/>
                <a:cs typeface="Courier Prime Bold"/>
                <a:sym typeface="Courier Prime Bold"/>
              </a:rPr>
              <a:t>Energy Consumption vs VMs</a:t>
            </a:r>
          </a:p>
          <a:p>
            <a:pPr algn="l">
              <a:lnSpc>
                <a:spcPts val="6500"/>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6F2F2"/>
        </a:solidFill>
      </p:bgPr>
    </p:bg>
    <p:spTree>
      <p:nvGrpSpPr>
        <p:cNvPr id="1" name=""/>
        <p:cNvGrpSpPr/>
        <p:nvPr/>
      </p:nvGrpSpPr>
      <p:grpSpPr>
        <a:xfrm>
          <a:off x="0" y="0"/>
          <a:ext cx="0" cy="0"/>
          <a:chOff x="0" y="0"/>
          <a:chExt cx="0" cy="0"/>
        </a:xfrm>
      </p:grpSpPr>
      <p:grpSp>
        <p:nvGrpSpPr>
          <p:cNvPr name="Group 2" id="2"/>
          <p:cNvGrpSpPr/>
          <p:nvPr/>
        </p:nvGrpSpPr>
        <p:grpSpPr>
          <a:xfrm rot="0">
            <a:off x="666750" y="1472354"/>
            <a:ext cx="16954500" cy="8147896"/>
            <a:chOff x="0" y="0"/>
            <a:chExt cx="32818334" cy="15771645"/>
          </a:xfrm>
        </p:grpSpPr>
        <p:sp>
          <p:nvSpPr>
            <p:cNvPr name="Freeform 3" id="3"/>
            <p:cNvSpPr/>
            <p:nvPr/>
          </p:nvSpPr>
          <p:spPr>
            <a:xfrm flipH="false" flipV="false" rot="0">
              <a:off x="0" y="0"/>
              <a:ext cx="32818335" cy="15771645"/>
            </a:xfrm>
            <a:custGeom>
              <a:avLst/>
              <a:gdLst/>
              <a:ahLst/>
              <a:cxnLst/>
              <a:rect r="r" b="b" t="t" l="l"/>
              <a:pathLst>
                <a:path h="15771645" w="32818335">
                  <a:moveTo>
                    <a:pt x="0" y="0"/>
                  </a:moveTo>
                  <a:lnTo>
                    <a:pt x="0" y="15771645"/>
                  </a:lnTo>
                  <a:lnTo>
                    <a:pt x="32818335" y="15771645"/>
                  </a:lnTo>
                  <a:lnTo>
                    <a:pt x="32818335" y="0"/>
                  </a:lnTo>
                  <a:lnTo>
                    <a:pt x="0" y="0"/>
                  </a:lnTo>
                  <a:close/>
                  <a:moveTo>
                    <a:pt x="32757374" y="15710684"/>
                  </a:moveTo>
                  <a:lnTo>
                    <a:pt x="59690" y="15710684"/>
                  </a:lnTo>
                  <a:lnTo>
                    <a:pt x="59690" y="59690"/>
                  </a:lnTo>
                  <a:lnTo>
                    <a:pt x="32757374" y="59690"/>
                  </a:lnTo>
                  <a:lnTo>
                    <a:pt x="32757374" y="15710684"/>
                  </a:lnTo>
                  <a:close/>
                </a:path>
              </a:pathLst>
            </a:custGeom>
            <a:solidFill>
              <a:srgbClr val="000000"/>
            </a:solidFill>
          </p:spPr>
        </p:sp>
      </p:grpSp>
      <p:grpSp>
        <p:nvGrpSpPr>
          <p:cNvPr name="Group 4" id="4"/>
          <p:cNvGrpSpPr/>
          <p:nvPr/>
        </p:nvGrpSpPr>
        <p:grpSpPr>
          <a:xfrm rot="0">
            <a:off x="10722057" y="1472354"/>
            <a:ext cx="6899193" cy="8147896"/>
            <a:chOff x="0" y="0"/>
            <a:chExt cx="34948232" cy="41273602"/>
          </a:xfrm>
        </p:grpSpPr>
        <p:sp>
          <p:nvSpPr>
            <p:cNvPr name="Freeform 5" id="5"/>
            <p:cNvSpPr/>
            <p:nvPr/>
          </p:nvSpPr>
          <p:spPr>
            <a:xfrm flipH="false" flipV="false" rot="0">
              <a:off x="72390" y="72390"/>
              <a:ext cx="34803453" cy="41128822"/>
            </a:xfrm>
            <a:custGeom>
              <a:avLst/>
              <a:gdLst/>
              <a:ahLst/>
              <a:cxnLst/>
              <a:rect r="r" b="b" t="t" l="l"/>
              <a:pathLst>
                <a:path h="41128822" w="34803453">
                  <a:moveTo>
                    <a:pt x="0" y="0"/>
                  </a:moveTo>
                  <a:lnTo>
                    <a:pt x="34803453" y="0"/>
                  </a:lnTo>
                  <a:lnTo>
                    <a:pt x="34803453" y="41128822"/>
                  </a:lnTo>
                  <a:lnTo>
                    <a:pt x="0" y="41128822"/>
                  </a:lnTo>
                  <a:lnTo>
                    <a:pt x="0" y="0"/>
                  </a:lnTo>
                  <a:close/>
                </a:path>
              </a:pathLst>
            </a:custGeom>
            <a:solidFill>
              <a:srgbClr val="EAD486"/>
            </a:solidFill>
          </p:spPr>
        </p:sp>
        <p:sp>
          <p:nvSpPr>
            <p:cNvPr name="Freeform 6" id="6"/>
            <p:cNvSpPr/>
            <p:nvPr/>
          </p:nvSpPr>
          <p:spPr>
            <a:xfrm flipH="false" flipV="false" rot="0">
              <a:off x="0" y="0"/>
              <a:ext cx="34948233" cy="41273602"/>
            </a:xfrm>
            <a:custGeom>
              <a:avLst/>
              <a:gdLst/>
              <a:ahLst/>
              <a:cxnLst/>
              <a:rect r="r" b="b" t="t" l="l"/>
              <a:pathLst>
                <a:path h="41273602" w="34948233">
                  <a:moveTo>
                    <a:pt x="34803451" y="41128823"/>
                  </a:moveTo>
                  <a:lnTo>
                    <a:pt x="34948233" y="41128823"/>
                  </a:lnTo>
                  <a:lnTo>
                    <a:pt x="34948233" y="41273602"/>
                  </a:lnTo>
                  <a:lnTo>
                    <a:pt x="34803451" y="41273602"/>
                  </a:lnTo>
                  <a:lnTo>
                    <a:pt x="34803451" y="41128823"/>
                  </a:lnTo>
                  <a:close/>
                  <a:moveTo>
                    <a:pt x="0" y="144780"/>
                  </a:moveTo>
                  <a:lnTo>
                    <a:pt x="144780" y="144780"/>
                  </a:lnTo>
                  <a:lnTo>
                    <a:pt x="144780" y="41128823"/>
                  </a:lnTo>
                  <a:lnTo>
                    <a:pt x="0" y="41128823"/>
                  </a:lnTo>
                  <a:lnTo>
                    <a:pt x="0" y="144780"/>
                  </a:lnTo>
                  <a:close/>
                  <a:moveTo>
                    <a:pt x="0" y="41128823"/>
                  </a:moveTo>
                  <a:lnTo>
                    <a:pt x="144780" y="41128823"/>
                  </a:lnTo>
                  <a:lnTo>
                    <a:pt x="144780" y="41273602"/>
                  </a:lnTo>
                  <a:lnTo>
                    <a:pt x="0" y="41273602"/>
                  </a:lnTo>
                  <a:lnTo>
                    <a:pt x="0" y="41128823"/>
                  </a:lnTo>
                  <a:close/>
                  <a:moveTo>
                    <a:pt x="34803451" y="144780"/>
                  </a:moveTo>
                  <a:lnTo>
                    <a:pt x="34948233" y="144780"/>
                  </a:lnTo>
                  <a:lnTo>
                    <a:pt x="34948233" y="41128823"/>
                  </a:lnTo>
                  <a:lnTo>
                    <a:pt x="34803451" y="41128823"/>
                  </a:lnTo>
                  <a:lnTo>
                    <a:pt x="34803451" y="144780"/>
                  </a:lnTo>
                  <a:close/>
                  <a:moveTo>
                    <a:pt x="144780" y="41128823"/>
                  </a:moveTo>
                  <a:lnTo>
                    <a:pt x="34803451" y="41128823"/>
                  </a:lnTo>
                  <a:lnTo>
                    <a:pt x="34803451" y="41273602"/>
                  </a:lnTo>
                  <a:lnTo>
                    <a:pt x="144780" y="41273602"/>
                  </a:lnTo>
                  <a:lnTo>
                    <a:pt x="144780" y="41128823"/>
                  </a:lnTo>
                  <a:close/>
                  <a:moveTo>
                    <a:pt x="34803451" y="0"/>
                  </a:moveTo>
                  <a:lnTo>
                    <a:pt x="34948233" y="0"/>
                  </a:lnTo>
                  <a:lnTo>
                    <a:pt x="34948233" y="144780"/>
                  </a:lnTo>
                  <a:lnTo>
                    <a:pt x="34803451" y="144780"/>
                  </a:lnTo>
                  <a:lnTo>
                    <a:pt x="34803451" y="0"/>
                  </a:lnTo>
                  <a:close/>
                  <a:moveTo>
                    <a:pt x="0" y="0"/>
                  </a:moveTo>
                  <a:lnTo>
                    <a:pt x="144780" y="0"/>
                  </a:lnTo>
                  <a:lnTo>
                    <a:pt x="144780" y="144780"/>
                  </a:lnTo>
                  <a:lnTo>
                    <a:pt x="0" y="144780"/>
                  </a:lnTo>
                  <a:lnTo>
                    <a:pt x="0" y="0"/>
                  </a:lnTo>
                  <a:close/>
                  <a:moveTo>
                    <a:pt x="144780" y="0"/>
                  </a:moveTo>
                  <a:lnTo>
                    <a:pt x="34803451" y="0"/>
                  </a:lnTo>
                  <a:lnTo>
                    <a:pt x="34803451" y="144780"/>
                  </a:lnTo>
                  <a:lnTo>
                    <a:pt x="144780" y="144780"/>
                  </a:lnTo>
                  <a:lnTo>
                    <a:pt x="144780" y="0"/>
                  </a:lnTo>
                  <a:close/>
                </a:path>
              </a:pathLst>
            </a:custGeom>
            <a:solidFill>
              <a:srgbClr val="000000"/>
            </a:solidFill>
          </p:spPr>
        </p:sp>
      </p:grpSp>
      <p:grpSp>
        <p:nvGrpSpPr>
          <p:cNvPr name="Group 7" id="7"/>
          <p:cNvGrpSpPr/>
          <p:nvPr/>
        </p:nvGrpSpPr>
        <p:grpSpPr>
          <a:xfrm rot="0">
            <a:off x="666750" y="666750"/>
            <a:ext cx="16954500" cy="866314"/>
            <a:chOff x="0" y="0"/>
            <a:chExt cx="90918020" cy="4645584"/>
          </a:xfrm>
        </p:grpSpPr>
        <p:sp>
          <p:nvSpPr>
            <p:cNvPr name="Freeform 8" id="8"/>
            <p:cNvSpPr/>
            <p:nvPr/>
          </p:nvSpPr>
          <p:spPr>
            <a:xfrm flipH="false" flipV="false" rot="0">
              <a:off x="72390" y="72390"/>
              <a:ext cx="90773240" cy="4500805"/>
            </a:xfrm>
            <a:custGeom>
              <a:avLst/>
              <a:gdLst/>
              <a:ahLst/>
              <a:cxnLst/>
              <a:rect r="r" b="b" t="t" l="l"/>
              <a:pathLst>
                <a:path h="4500805" w="90773240">
                  <a:moveTo>
                    <a:pt x="0" y="0"/>
                  </a:moveTo>
                  <a:lnTo>
                    <a:pt x="90773240" y="0"/>
                  </a:lnTo>
                  <a:lnTo>
                    <a:pt x="90773240" y="4500805"/>
                  </a:lnTo>
                  <a:lnTo>
                    <a:pt x="0" y="4500805"/>
                  </a:lnTo>
                  <a:lnTo>
                    <a:pt x="0" y="0"/>
                  </a:lnTo>
                  <a:close/>
                </a:path>
              </a:pathLst>
            </a:custGeom>
            <a:solidFill>
              <a:srgbClr val="9DCED8"/>
            </a:solidFill>
          </p:spPr>
        </p:sp>
        <p:sp>
          <p:nvSpPr>
            <p:cNvPr name="Freeform 9" id="9"/>
            <p:cNvSpPr/>
            <p:nvPr/>
          </p:nvSpPr>
          <p:spPr>
            <a:xfrm flipH="false" flipV="false" rot="0">
              <a:off x="0" y="0"/>
              <a:ext cx="90918023" cy="4645584"/>
            </a:xfrm>
            <a:custGeom>
              <a:avLst/>
              <a:gdLst/>
              <a:ahLst/>
              <a:cxnLst/>
              <a:rect r="r" b="b" t="t" l="l"/>
              <a:pathLst>
                <a:path h="4645584" w="90918023">
                  <a:moveTo>
                    <a:pt x="90773238" y="4500804"/>
                  </a:moveTo>
                  <a:lnTo>
                    <a:pt x="90918023" y="4500804"/>
                  </a:lnTo>
                  <a:lnTo>
                    <a:pt x="90918023" y="4645584"/>
                  </a:lnTo>
                  <a:lnTo>
                    <a:pt x="90773238" y="4645584"/>
                  </a:lnTo>
                  <a:lnTo>
                    <a:pt x="90773238" y="4500804"/>
                  </a:lnTo>
                  <a:close/>
                  <a:moveTo>
                    <a:pt x="0" y="144780"/>
                  </a:moveTo>
                  <a:lnTo>
                    <a:pt x="144780" y="144780"/>
                  </a:lnTo>
                  <a:lnTo>
                    <a:pt x="144780" y="4500804"/>
                  </a:lnTo>
                  <a:lnTo>
                    <a:pt x="0" y="4500804"/>
                  </a:lnTo>
                  <a:lnTo>
                    <a:pt x="0" y="144780"/>
                  </a:lnTo>
                  <a:close/>
                  <a:moveTo>
                    <a:pt x="0" y="4500804"/>
                  </a:moveTo>
                  <a:lnTo>
                    <a:pt x="144780" y="4500804"/>
                  </a:lnTo>
                  <a:lnTo>
                    <a:pt x="144780" y="4645584"/>
                  </a:lnTo>
                  <a:lnTo>
                    <a:pt x="0" y="4645584"/>
                  </a:lnTo>
                  <a:lnTo>
                    <a:pt x="0" y="4500804"/>
                  </a:lnTo>
                  <a:close/>
                  <a:moveTo>
                    <a:pt x="90773238" y="144780"/>
                  </a:moveTo>
                  <a:lnTo>
                    <a:pt x="90918023" y="144780"/>
                  </a:lnTo>
                  <a:lnTo>
                    <a:pt x="90918023" y="4500804"/>
                  </a:lnTo>
                  <a:lnTo>
                    <a:pt x="90773238" y="4500804"/>
                  </a:lnTo>
                  <a:lnTo>
                    <a:pt x="90773238" y="144780"/>
                  </a:lnTo>
                  <a:close/>
                  <a:moveTo>
                    <a:pt x="144780" y="4500804"/>
                  </a:moveTo>
                  <a:lnTo>
                    <a:pt x="90773238" y="4500804"/>
                  </a:lnTo>
                  <a:lnTo>
                    <a:pt x="90773238" y="4645584"/>
                  </a:lnTo>
                  <a:lnTo>
                    <a:pt x="144780" y="4645584"/>
                  </a:lnTo>
                  <a:lnTo>
                    <a:pt x="144780" y="4500804"/>
                  </a:lnTo>
                  <a:close/>
                  <a:moveTo>
                    <a:pt x="90773238" y="0"/>
                  </a:moveTo>
                  <a:lnTo>
                    <a:pt x="90918023" y="0"/>
                  </a:lnTo>
                  <a:lnTo>
                    <a:pt x="90918023" y="144780"/>
                  </a:lnTo>
                  <a:lnTo>
                    <a:pt x="90773238" y="144780"/>
                  </a:lnTo>
                  <a:lnTo>
                    <a:pt x="90773238" y="0"/>
                  </a:lnTo>
                  <a:close/>
                  <a:moveTo>
                    <a:pt x="0" y="0"/>
                  </a:moveTo>
                  <a:lnTo>
                    <a:pt x="144780" y="0"/>
                  </a:lnTo>
                  <a:lnTo>
                    <a:pt x="144780" y="144780"/>
                  </a:lnTo>
                  <a:lnTo>
                    <a:pt x="0" y="144780"/>
                  </a:lnTo>
                  <a:lnTo>
                    <a:pt x="0" y="0"/>
                  </a:lnTo>
                  <a:close/>
                  <a:moveTo>
                    <a:pt x="144780" y="0"/>
                  </a:moveTo>
                  <a:lnTo>
                    <a:pt x="90773238" y="0"/>
                  </a:lnTo>
                  <a:lnTo>
                    <a:pt x="90773238" y="144780"/>
                  </a:lnTo>
                  <a:lnTo>
                    <a:pt x="144780" y="144780"/>
                  </a:lnTo>
                  <a:lnTo>
                    <a:pt x="144780" y="0"/>
                  </a:lnTo>
                  <a:close/>
                </a:path>
              </a:pathLst>
            </a:custGeom>
            <a:solidFill>
              <a:srgbClr val="000000"/>
            </a:solidFill>
          </p:spPr>
        </p:sp>
      </p:grpSp>
      <p:grpSp>
        <p:nvGrpSpPr>
          <p:cNvPr name="Group 10" id="10"/>
          <p:cNvGrpSpPr>
            <a:grpSpLocks noChangeAspect="true"/>
          </p:cNvGrpSpPr>
          <p:nvPr/>
        </p:nvGrpSpPr>
        <p:grpSpPr>
          <a:xfrm rot="0">
            <a:off x="1219200" y="959306"/>
            <a:ext cx="281202" cy="281202"/>
            <a:chOff x="0" y="0"/>
            <a:chExt cx="495300" cy="495300"/>
          </a:xfrm>
        </p:grpSpPr>
        <p:sp>
          <p:nvSpPr>
            <p:cNvPr name="Freeform 11" id="11"/>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2" id="12"/>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4B9B7"/>
            </a:solidFill>
          </p:spPr>
        </p:sp>
      </p:grpSp>
      <p:grpSp>
        <p:nvGrpSpPr>
          <p:cNvPr name="Group 13" id="13"/>
          <p:cNvGrpSpPr>
            <a:grpSpLocks noChangeAspect="true"/>
          </p:cNvGrpSpPr>
          <p:nvPr/>
        </p:nvGrpSpPr>
        <p:grpSpPr>
          <a:xfrm rot="0">
            <a:off x="1742282" y="959306"/>
            <a:ext cx="281202" cy="281202"/>
            <a:chOff x="0" y="0"/>
            <a:chExt cx="495300" cy="495300"/>
          </a:xfrm>
        </p:grpSpPr>
        <p:sp>
          <p:nvSpPr>
            <p:cNvPr name="Freeform 14" id="14"/>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5" id="15"/>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AD486"/>
            </a:solidFill>
          </p:spPr>
        </p:sp>
      </p:grpSp>
      <p:grpSp>
        <p:nvGrpSpPr>
          <p:cNvPr name="Group 16" id="16"/>
          <p:cNvGrpSpPr>
            <a:grpSpLocks noChangeAspect="true"/>
          </p:cNvGrpSpPr>
          <p:nvPr/>
        </p:nvGrpSpPr>
        <p:grpSpPr>
          <a:xfrm rot="0">
            <a:off x="2265364" y="959306"/>
            <a:ext cx="281202" cy="281202"/>
            <a:chOff x="0" y="0"/>
            <a:chExt cx="495300" cy="495300"/>
          </a:xfrm>
        </p:grpSpPr>
        <p:sp>
          <p:nvSpPr>
            <p:cNvPr name="Freeform 17" id="17"/>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8" id="18"/>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CAE4BA"/>
            </a:solidFill>
          </p:spPr>
        </p:sp>
      </p:grpSp>
      <p:sp>
        <p:nvSpPr>
          <p:cNvPr name="Freeform 19" id="19"/>
          <p:cNvSpPr/>
          <p:nvPr/>
        </p:nvSpPr>
        <p:spPr>
          <a:xfrm flipH="false" flipV="false" rot="0">
            <a:off x="16759710" y="945362"/>
            <a:ext cx="309090" cy="309090"/>
          </a:xfrm>
          <a:custGeom>
            <a:avLst/>
            <a:gdLst/>
            <a:ahLst/>
            <a:cxnLst/>
            <a:rect r="r" b="b" t="t" l="l"/>
            <a:pathLst>
              <a:path h="309090" w="309090">
                <a:moveTo>
                  <a:pt x="0" y="0"/>
                </a:moveTo>
                <a:lnTo>
                  <a:pt x="309090" y="0"/>
                </a:lnTo>
                <a:lnTo>
                  <a:pt x="309090" y="309090"/>
                </a:lnTo>
                <a:lnTo>
                  <a:pt x="0" y="3090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0">
            <a:off x="1028700" y="2681391"/>
            <a:ext cx="9335758" cy="5729821"/>
          </a:xfrm>
          <a:custGeom>
            <a:avLst/>
            <a:gdLst/>
            <a:ahLst/>
            <a:cxnLst/>
            <a:rect r="r" b="b" t="t" l="l"/>
            <a:pathLst>
              <a:path h="5729821" w="9335758">
                <a:moveTo>
                  <a:pt x="0" y="0"/>
                </a:moveTo>
                <a:lnTo>
                  <a:pt x="9335758" y="0"/>
                </a:lnTo>
                <a:lnTo>
                  <a:pt x="9335758" y="5729822"/>
                </a:lnTo>
                <a:lnTo>
                  <a:pt x="0" y="5729822"/>
                </a:lnTo>
                <a:lnTo>
                  <a:pt x="0" y="0"/>
                </a:lnTo>
                <a:close/>
              </a:path>
            </a:pathLst>
          </a:custGeom>
          <a:blipFill>
            <a:blip r:embed="rId4"/>
            <a:stretch>
              <a:fillRect l="0" t="0" r="0" b="0"/>
            </a:stretch>
          </a:blipFill>
        </p:spPr>
      </p:sp>
      <p:sp>
        <p:nvSpPr>
          <p:cNvPr name="TextBox 21" id="21"/>
          <p:cNvSpPr txBox="true"/>
          <p:nvPr/>
        </p:nvSpPr>
        <p:spPr>
          <a:xfrm rot="0">
            <a:off x="11264912" y="5168477"/>
            <a:ext cx="6192198" cy="869950"/>
          </a:xfrm>
          <a:prstGeom prst="rect">
            <a:avLst/>
          </a:prstGeom>
        </p:spPr>
        <p:txBody>
          <a:bodyPr anchor="t" rtlCol="false" tIns="0" lIns="0" bIns="0" rIns="0">
            <a:spAutoFit/>
          </a:bodyPr>
          <a:lstStyle/>
          <a:p>
            <a:pPr algn="l">
              <a:lnSpc>
                <a:spcPts val="6500"/>
              </a:lnSpc>
            </a:pPr>
            <a:r>
              <a:rPr lang="en-US" sz="6500" b="true">
                <a:solidFill>
                  <a:srgbClr val="000000"/>
                </a:solidFill>
                <a:latin typeface="Courier Prime Bold"/>
                <a:ea typeface="Courier Prime Bold"/>
                <a:cs typeface="Courier Prime Bold"/>
                <a:sym typeface="Courier Prime Bold"/>
              </a:rPr>
              <a:t>Cost vs VMs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6F2F2"/>
        </a:solidFill>
      </p:bgPr>
    </p:bg>
    <p:spTree>
      <p:nvGrpSpPr>
        <p:cNvPr id="1" name=""/>
        <p:cNvGrpSpPr/>
        <p:nvPr/>
      </p:nvGrpSpPr>
      <p:grpSpPr>
        <a:xfrm>
          <a:off x="0" y="0"/>
          <a:ext cx="0" cy="0"/>
          <a:chOff x="0" y="0"/>
          <a:chExt cx="0" cy="0"/>
        </a:xfrm>
      </p:grpSpPr>
      <p:grpSp>
        <p:nvGrpSpPr>
          <p:cNvPr name="Group 2" id="2"/>
          <p:cNvGrpSpPr/>
          <p:nvPr/>
        </p:nvGrpSpPr>
        <p:grpSpPr>
          <a:xfrm rot="0">
            <a:off x="666750" y="1472354"/>
            <a:ext cx="16954500" cy="8147896"/>
            <a:chOff x="0" y="0"/>
            <a:chExt cx="32818334" cy="15771645"/>
          </a:xfrm>
        </p:grpSpPr>
        <p:sp>
          <p:nvSpPr>
            <p:cNvPr name="Freeform 3" id="3"/>
            <p:cNvSpPr/>
            <p:nvPr/>
          </p:nvSpPr>
          <p:spPr>
            <a:xfrm flipH="false" flipV="false" rot="0">
              <a:off x="0" y="0"/>
              <a:ext cx="32818335" cy="15771645"/>
            </a:xfrm>
            <a:custGeom>
              <a:avLst/>
              <a:gdLst/>
              <a:ahLst/>
              <a:cxnLst/>
              <a:rect r="r" b="b" t="t" l="l"/>
              <a:pathLst>
                <a:path h="15771645" w="32818335">
                  <a:moveTo>
                    <a:pt x="0" y="0"/>
                  </a:moveTo>
                  <a:lnTo>
                    <a:pt x="0" y="15771645"/>
                  </a:lnTo>
                  <a:lnTo>
                    <a:pt x="32818335" y="15771645"/>
                  </a:lnTo>
                  <a:lnTo>
                    <a:pt x="32818335" y="0"/>
                  </a:lnTo>
                  <a:lnTo>
                    <a:pt x="0" y="0"/>
                  </a:lnTo>
                  <a:close/>
                  <a:moveTo>
                    <a:pt x="32757374" y="15710684"/>
                  </a:moveTo>
                  <a:lnTo>
                    <a:pt x="59690" y="15710684"/>
                  </a:lnTo>
                  <a:lnTo>
                    <a:pt x="59690" y="59690"/>
                  </a:lnTo>
                  <a:lnTo>
                    <a:pt x="32757374" y="59690"/>
                  </a:lnTo>
                  <a:lnTo>
                    <a:pt x="32757374" y="15710684"/>
                  </a:lnTo>
                  <a:close/>
                </a:path>
              </a:pathLst>
            </a:custGeom>
            <a:solidFill>
              <a:srgbClr val="000000"/>
            </a:solidFill>
          </p:spPr>
        </p:sp>
      </p:grpSp>
      <p:grpSp>
        <p:nvGrpSpPr>
          <p:cNvPr name="Group 4" id="4"/>
          <p:cNvGrpSpPr/>
          <p:nvPr/>
        </p:nvGrpSpPr>
        <p:grpSpPr>
          <a:xfrm rot="0">
            <a:off x="10722057" y="1472354"/>
            <a:ext cx="6899193" cy="8147896"/>
            <a:chOff x="0" y="0"/>
            <a:chExt cx="34948232" cy="41273602"/>
          </a:xfrm>
        </p:grpSpPr>
        <p:sp>
          <p:nvSpPr>
            <p:cNvPr name="Freeform 5" id="5"/>
            <p:cNvSpPr/>
            <p:nvPr/>
          </p:nvSpPr>
          <p:spPr>
            <a:xfrm flipH="false" flipV="false" rot="0">
              <a:off x="72390" y="72390"/>
              <a:ext cx="34803453" cy="41128822"/>
            </a:xfrm>
            <a:custGeom>
              <a:avLst/>
              <a:gdLst/>
              <a:ahLst/>
              <a:cxnLst/>
              <a:rect r="r" b="b" t="t" l="l"/>
              <a:pathLst>
                <a:path h="41128822" w="34803453">
                  <a:moveTo>
                    <a:pt x="0" y="0"/>
                  </a:moveTo>
                  <a:lnTo>
                    <a:pt x="34803453" y="0"/>
                  </a:lnTo>
                  <a:lnTo>
                    <a:pt x="34803453" y="41128822"/>
                  </a:lnTo>
                  <a:lnTo>
                    <a:pt x="0" y="41128822"/>
                  </a:lnTo>
                  <a:lnTo>
                    <a:pt x="0" y="0"/>
                  </a:lnTo>
                  <a:close/>
                </a:path>
              </a:pathLst>
            </a:custGeom>
            <a:solidFill>
              <a:srgbClr val="EAD486"/>
            </a:solidFill>
          </p:spPr>
        </p:sp>
        <p:sp>
          <p:nvSpPr>
            <p:cNvPr name="Freeform 6" id="6"/>
            <p:cNvSpPr/>
            <p:nvPr/>
          </p:nvSpPr>
          <p:spPr>
            <a:xfrm flipH="false" flipV="false" rot="0">
              <a:off x="0" y="0"/>
              <a:ext cx="34948233" cy="41273602"/>
            </a:xfrm>
            <a:custGeom>
              <a:avLst/>
              <a:gdLst/>
              <a:ahLst/>
              <a:cxnLst/>
              <a:rect r="r" b="b" t="t" l="l"/>
              <a:pathLst>
                <a:path h="41273602" w="34948233">
                  <a:moveTo>
                    <a:pt x="34803451" y="41128823"/>
                  </a:moveTo>
                  <a:lnTo>
                    <a:pt x="34948233" y="41128823"/>
                  </a:lnTo>
                  <a:lnTo>
                    <a:pt x="34948233" y="41273602"/>
                  </a:lnTo>
                  <a:lnTo>
                    <a:pt x="34803451" y="41273602"/>
                  </a:lnTo>
                  <a:lnTo>
                    <a:pt x="34803451" y="41128823"/>
                  </a:lnTo>
                  <a:close/>
                  <a:moveTo>
                    <a:pt x="0" y="144780"/>
                  </a:moveTo>
                  <a:lnTo>
                    <a:pt x="144780" y="144780"/>
                  </a:lnTo>
                  <a:lnTo>
                    <a:pt x="144780" y="41128823"/>
                  </a:lnTo>
                  <a:lnTo>
                    <a:pt x="0" y="41128823"/>
                  </a:lnTo>
                  <a:lnTo>
                    <a:pt x="0" y="144780"/>
                  </a:lnTo>
                  <a:close/>
                  <a:moveTo>
                    <a:pt x="0" y="41128823"/>
                  </a:moveTo>
                  <a:lnTo>
                    <a:pt x="144780" y="41128823"/>
                  </a:lnTo>
                  <a:lnTo>
                    <a:pt x="144780" y="41273602"/>
                  </a:lnTo>
                  <a:lnTo>
                    <a:pt x="0" y="41273602"/>
                  </a:lnTo>
                  <a:lnTo>
                    <a:pt x="0" y="41128823"/>
                  </a:lnTo>
                  <a:close/>
                  <a:moveTo>
                    <a:pt x="34803451" y="144780"/>
                  </a:moveTo>
                  <a:lnTo>
                    <a:pt x="34948233" y="144780"/>
                  </a:lnTo>
                  <a:lnTo>
                    <a:pt x="34948233" y="41128823"/>
                  </a:lnTo>
                  <a:lnTo>
                    <a:pt x="34803451" y="41128823"/>
                  </a:lnTo>
                  <a:lnTo>
                    <a:pt x="34803451" y="144780"/>
                  </a:lnTo>
                  <a:close/>
                  <a:moveTo>
                    <a:pt x="144780" y="41128823"/>
                  </a:moveTo>
                  <a:lnTo>
                    <a:pt x="34803451" y="41128823"/>
                  </a:lnTo>
                  <a:lnTo>
                    <a:pt x="34803451" y="41273602"/>
                  </a:lnTo>
                  <a:lnTo>
                    <a:pt x="144780" y="41273602"/>
                  </a:lnTo>
                  <a:lnTo>
                    <a:pt x="144780" y="41128823"/>
                  </a:lnTo>
                  <a:close/>
                  <a:moveTo>
                    <a:pt x="34803451" y="0"/>
                  </a:moveTo>
                  <a:lnTo>
                    <a:pt x="34948233" y="0"/>
                  </a:lnTo>
                  <a:lnTo>
                    <a:pt x="34948233" y="144780"/>
                  </a:lnTo>
                  <a:lnTo>
                    <a:pt x="34803451" y="144780"/>
                  </a:lnTo>
                  <a:lnTo>
                    <a:pt x="34803451" y="0"/>
                  </a:lnTo>
                  <a:close/>
                  <a:moveTo>
                    <a:pt x="0" y="0"/>
                  </a:moveTo>
                  <a:lnTo>
                    <a:pt x="144780" y="0"/>
                  </a:lnTo>
                  <a:lnTo>
                    <a:pt x="144780" y="144780"/>
                  </a:lnTo>
                  <a:lnTo>
                    <a:pt x="0" y="144780"/>
                  </a:lnTo>
                  <a:lnTo>
                    <a:pt x="0" y="0"/>
                  </a:lnTo>
                  <a:close/>
                  <a:moveTo>
                    <a:pt x="144780" y="0"/>
                  </a:moveTo>
                  <a:lnTo>
                    <a:pt x="34803451" y="0"/>
                  </a:lnTo>
                  <a:lnTo>
                    <a:pt x="34803451" y="144780"/>
                  </a:lnTo>
                  <a:lnTo>
                    <a:pt x="144780" y="144780"/>
                  </a:lnTo>
                  <a:lnTo>
                    <a:pt x="144780" y="0"/>
                  </a:lnTo>
                  <a:close/>
                </a:path>
              </a:pathLst>
            </a:custGeom>
            <a:solidFill>
              <a:srgbClr val="000000"/>
            </a:solidFill>
          </p:spPr>
        </p:sp>
      </p:grpSp>
      <p:grpSp>
        <p:nvGrpSpPr>
          <p:cNvPr name="Group 7" id="7"/>
          <p:cNvGrpSpPr/>
          <p:nvPr/>
        </p:nvGrpSpPr>
        <p:grpSpPr>
          <a:xfrm rot="0">
            <a:off x="666750" y="666750"/>
            <a:ext cx="16954500" cy="866314"/>
            <a:chOff x="0" y="0"/>
            <a:chExt cx="90918020" cy="4645584"/>
          </a:xfrm>
        </p:grpSpPr>
        <p:sp>
          <p:nvSpPr>
            <p:cNvPr name="Freeform 8" id="8"/>
            <p:cNvSpPr/>
            <p:nvPr/>
          </p:nvSpPr>
          <p:spPr>
            <a:xfrm flipH="false" flipV="false" rot="0">
              <a:off x="72390" y="72390"/>
              <a:ext cx="90773240" cy="4500805"/>
            </a:xfrm>
            <a:custGeom>
              <a:avLst/>
              <a:gdLst/>
              <a:ahLst/>
              <a:cxnLst/>
              <a:rect r="r" b="b" t="t" l="l"/>
              <a:pathLst>
                <a:path h="4500805" w="90773240">
                  <a:moveTo>
                    <a:pt x="0" y="0"/>
                  </a:moveTo>
                  <a:lnTo>
                    <a:pt x="90773240" y="0"/>
                  </a:lnTo>
                  <a:lnTo>
                    <a:pt x="90773240" y="4500805"/>
                  </a:lnTo>
                  <a:lnTo>
                    <a:pt x="0" y="4500805"/>
                  </a:lnTo>
                  <a:lnTo>
                    <a:pt x="0" y="0"/>
                  </a:lnTo>
                  <a:close/>
                </a:path>
              </a:pathLst>
            </a:custGeom>
            <a:solidFill>
              <a:srgbClr val="9DCED8"/>
            </a:solidFill>
          </p:spPr>
        </p:sp>
        <p:sp>
          <p:nvSpPr>
            <p:cNvPr name="Freeform 9" id="9"/>
            <p:cNvSpPr/>
            <p:nvPr/>
          </p:nvSpPr>
          <p:spPr>
            <a:xfrm flipH="false" flipV="false" rot="0">
              <a:off x="0" y="0"/>
              <a:ext cx="90918023" cy="4645584"/>
            </a:xfrm>
            <a:custGeom>
              <a:avLst/>
              <a:gdLst/>
              <a:ahLst/>
              <a:cxnLst/>
              <a:rect r="r" b="b" t="t" l="l"/>
              <a:pathLst>
                <a:path h="4645584" w="90918023">
                  <a:moveTo>
                    <a:pt x="90773238" y="4500804"/>
                  </a:moveTo>
                  <a:lnTo>
                    <a:pt x="90918023" y="4500804"/>
                  </a:lnTo>
                  <a:lnTo>
                    <a:pt x="90918023" y="4645584"/>
                  </a:lnTo>
                  <a:lnTo>
                    <a:pt x="90773238" y="4645584"/>
                  </a:lnTo>
                  <a:lnTo>
                    <a:pt x="90773238" y="4500804"/>
                  </a:lnTo>
                  <a:close/>
                  <a:moveTo>
                    <a:pt x="0" y="144780"/>
                  </a:moveTo>
                  <a:lnTo>
                    <a:pt x="144780" y="144780"/>
                  </a:lnTo>
                  <a:lnTo>
                    <a:pt x="144780" y="4500804"/>
                  </a:lnTo>
                  <a:lnTo>
                    <a:pt x="0" y="4500804"/>
                  </a:lnTo>
                  <a:lnTo>
                    <a:pt x="0" y="144780"/>
                  </a:lnTo>
                  <a:close/>
                  <a:moveTo>
                    <a:pt x="0" y="4500804"/>
                  </a:moveTo>
                  <a:lnTo>
                    <a:pt x="144780" y="4500804"/>
                  </a:lnTo>
                  <a:lnTo>
                    <a:pt x="144780" y="4645584"/>
                  </a:lnTo>
                  <a:lnTo>
                    <a:pt x="0" y="4645584"/>
                  </a:lnTo>
                  <a:lnTo>
                    <a:pt x="0" y="4500804"/>
                  </a:lnTo>
                  <a:close/>
                  <a:moveTo>
                    <a:pt x="90773238" y="144780"/>
                  </a:moveTo>
                  <a:lnTo>
                    <a:pt x="90918023" y="144780"/>
                  </a:lnTo>
                  <a:lnTo>
                    <a:pt x="90918023" y="4500804"/>
                  </a:lnTo>
                  <a:lnTo>
                    <a:pt x="90773238" y="4500804"/>
                  </a:lnTo>
                  <a:lnTo>
                    <a:pt x="90773238" y="144780"/>
                  </a:lnTo>
                  <a:close/>
                  <a:moveTo>
                    <a:pt x="144780" y="4500804"/>
                  </a:moveTo>
                  <a:lnTo>
                    <a:pt x="90773238" y="4500804"/>
                  </a:lnTo>
                  <a:lnTo>
                    <a:pt x="90773238" y="4645584"/>
                  </a:lnTo>
                  <a:lnTo>
                    <a:pt x="144780" y="4645584"/>
                  </a:lnTo>
                  <a:lnTo>
                    <a:pt x="144780" y="4500804"/>
                  </a:lnTo>
                  <a:close/>
                  <a:moveTo>
                    <a:pt x="90773238" y="0"/>
                  </a:moveTo>
                  <a:lnTo>
                    <a:pt x="90918023" y="0"/>
                  </a:lnTo>
                  <a:lnTo>
                    <a:pt x="90918023" y="144780"/>
                  </a:lnTo>
                  <a:lnTo>
                    <a:pt x="90773238" y="144780"/>
                  </a:lnTo>
                  <a:lnTo>
                    <a:pt x="90773238" y="0"/>
                  </a:lnTo>
                  <a:close/>
                  <a:moveTo>
                    <a:pt x="0" y="0"/>
                  </a:moveTo>
                  <a:lnTo>
                    <a:pt x="144780" y="0"/>
                  </a:lnTo>
                  <a:lnTo>
                    <a:pt x="144780" y="144780"/>
                  </a:lnTo>
                  <a:lnTo>
                    <a:pt x="0" y="144780"/>
                  </a:lnTo>
                  <a:lnTo>
                    <a:pt x="0" y="0"/>
                  </a:lnTo>
                  <a:close/>
                  <a:moveTo>
                    <a:pt x="144780" y="0"/>
                  </a:moveTo>
                  <a:lnTo>
                    <a:pt x="90773238" y="0"/>
                  </a:lnTo>
                  <a:lnTo>
                    <a:pt x="90773238" y="144780"/>
                  </a:lnTo>
                  <a:lnTo>
                    <a:pt x="144780" y="144780"/>
                  </a:lnTo>
                  <a:lnTo>
                    <a:pt x="144780" y="0"/>
                  </a:lnTo>
                  <a:close/>
                </a:path>
              </a:pathLst>
            </a:custGeom>
            <a:solidFill>
              <a:srgbClr val="000000"/>
            </a:solidFill>
          </p:spPr>
        </p:sp>
      </p:grpSp>
      <p:grpSp>
        <p:nvGrpSpPr>
          <p:cNvPr name="Group 10" id="10"/>
          <p:cNvGrpSpPr>
            <a:grpSpLocks noChangeAspect="true"/>
          </p:cNvGrpSpPr>
          <p:nvPr/>
        </p:nvGrpSpPr>
        <p:grpSpPr>
          <a:xfrm rot="0">
            <a:off x="1219200" y="959306"/>
            <a:ext cx="281202" cy="281202"/>
            <a:chOff x="0" y="0"/>
            <a:chExt cx="495300" cy="495300"/>
          </a:xfrm>
        </p:grpSpPr>
        <p:sp>
          <p:nvSpPr>
            <p:cNvPr name="Freeform 11" id="11"/>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2" id="12"/>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4B9B7"/>
            </a:solidFill>
          </p:spPr>
        </p:sp>
      </p:grpSp>
      <p:grpSp>
        <p:nvGrpSpPr>
          <p:cNvPr name="Group 13" id="13"/>
          <p:cNvGrpSpPr>
            <a:grpSpLocks noChangeAspect="true"/>
          </p:cNvGrpSpPr>
          <p:nvPr/>
        </p:nvGrpSpPr>
        <p:grpSpPr>
          <a:xfrm rot="0">
            <a:off x="1742282" y="959306"/>
            <a:ext cx="281202" cy="281202"/>
            <a:chOff x="0" y="0"/>
            <a:chExt cx="495300" cy="495300"/>
          </a:xfrm>
        </p:grpSpPr>
        <p:sp>
          <p:nvSpPr>
            <p:cNvPr name="Freeform 14" id="14"/>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5" id="15"/>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AD486"/>
            </a:solidFill>
          </p:spPr>
        </p:sp>
      </p:grpSp>
      <p:grpSp>
        <p:nvGrpSpPr>
          <p:cNvPr name="Group 16" id="16"/>
          <p:cNvGrpSpPr>
            <a:grpSpLocks noChangeAspect="true"/>
          </p:cNvGrpSpPr>
          <p:nvPr/>
        </p:nvGrpSpPr>
        <p:grpSpPr>
          <a:xfrm rot="0">
            <a:off x="2265364" y="959306"/>
            <a:ext cx="281202" cy="281202"/>
            <a:chOff x="0" y="0"/>
            <a:chExt cx="495300" cy="495300"/>
          </a:xfrm>
        </p:grpSpPr>
        <p:sp>
          <p:nvSpPr>
            <p:cNvPr name="Freeform 17" id="17"/>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8" id="18"/>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CAE4BA"/>
            </a:solidFill>
          </p:spPr>
        </p:sp>
      </p:grpSp>
      <p:sp>
        <p:nvSpPr>
          <p:cNvPr name="Freeform 19" id="19"/>
          <p:cNvSpPr/>
          <p:nvPr/>
        </p:nvSpPr>
        <p:spPr>
          <a:xfrm flipH="false" flipV="false" rot="0">
            <a:off x="16759710" y="945362"/>
            <a:ext cx="309090" cy="309090"/>
          </a:xfrm>
          <a:custGeom>
            <a:avLst/>
            <a:gdLst/>
            <a:ahLst/>
            <a:cxnLst/>
            <a:rect r="r" b="b" t="t" l="l"/>
            <a:pathLst>
              <a:path h="309090" w="309090">
                <a:moveTo>
                  <a:pt x="0" y="0"/>
                </a:moveTo>
                <a:lnTo>
                  <a:pt x="309090" y="0"/>
                </a:lnTo>
                <a:lnTo>
                  <a:pt x="309090" y="309090"/>
                </a:lnTo>
                <a:lnTo>
                  <a:pt x="0" y="3090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0">
            <a:off x="1219200" y="2846813"/>
            <a:ext cx="9200973" cy="5750608"/>
          </a:xfrm>
          <a:custGeom>
            <a:avLst/>
            <a:gdLst/>
            <a:ahLst/>
            <a:cxnLst/>
            <a:rect r="r" b="b" t="t" l="l"/>
            <a:pathLst>
              <a:path h="5750608" w="9200973">
                <a:moveTo>
                  <a:pt x="0" y="0"/>
                </a:moveTo>
                <a:lnTo>
                  <a:pt x="9200973" y="0"/>
                </a:lnTo>
                <a:lnTo>
                  <a:pt x="9200973" y="5750607"/>
                </a:lnTo>
                <a:lnTo>
                  <a:pt x="0" y="5750607"/>
                </a:lnTo>
                <a:lnTo>
                  <a:pt x="0" y="0"/>
                </a:lnTo>
                <a:close/>
              </a:path>
            </a:pathLst>
          </a:custGeom>
          <a:blipFill>
            <a:blip r:embed="rId4"/>
            <a:stretch>
              <a:fillRect l="0" t="0" r="0" b="0"/>
            </a:stretch>
          </a:blipFill>
        </p:spPr>
      </p:sp>
      <p:sp>
        <p:nvSpPr>
          <p:cNvPr name="TextBox 21" id="21"/>
          <p:cNvSpPr txBox="true"/>
          <p:nvPr/>
        </p:nvSpPr>
        <p:spPr>
          <a:xfrm rot="0">
            <a:off x="11264912" y="4758902"/>
            <a:ext cx="6192198" cy="1689100"/>
          </a:xfrm>
          <a:prstGeom prst="rect">
            <a:avLst/>
          </a:prstGeom>
        </p:spPr>
        <p:txBody>
          <a:bodyPr anchor="t" rtlCol="false" tIns="0" lIns="0" bIns="0" rIns="0">
            <a:spAutoFit/>
          </a:bodyPr>
          <a:lstStyle/>
          <a:p>
            <a:pPr algn="l">
              <a:lnSpc>
                <a:spcPts val="6500"/>
              </a:lnSpc>
            </a:pPr>
            <a:r>
              <a:rPr lang="en-US" sz="6500" b="true">
                <a:solidFill>
                  <a:srgbClr val="000000"/>
                </a:solidFill>
                <a:latin typeface="Courier Prime Bold"/>
                <a:ea typeface="Courier Prime Bold"/>
                <a:cs typeface="Courier Prime Bold"/>
                <a:sym typeface="Courier Prime Bold"/>
              </a:rPr>
              <a:t>Time vs VMs</a:t>
            </a:r>
          </a:p>
          <a:p>
            <a:pPr algn="l">
              <a:lnSpc>
                <a:spcPts val="6500"/>
              </a:lnSpc>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6F2F2"/>
        </a:solidFill>
      </p:bgPr>
    </p:bg>
    <p:spTree>
      <p:nvGrpSpPr>
        <p:cNvPr id="1" name=""/>
        <p:cNvGrpSpPr/>
        <p:nvPr/>
      </p:nvGrpSpPr>
      <p:grpSpPr>
        <a:xfrm>
          <a:off x="0" y="0"/>
          <a:ext cx="0" cy="0"/>
          <a:chOff x="0" y="0"/>
          <a:chExt cx="0" cy="0"/>
        </a:xfrm>
      </p:grpSpPr>
      <p:grpSp>
        <p:nvGrpSpPr>
          <p:cNvPr name="Group 2" id="2"/>
          <p:cNvGrpSpPr/>
          <p:nvPr/>
        </p:nvGrpSpPr>
        <p:grpSpPr>
          <a:xfrm rot="0">
            <a:off x="666750" y="1472354"/>
            <a:ext cx="16954500" cy="8147896"/>
            <a:chOff x="0" y="0"/>
            <a:chExt cx="32818334" cy="15771645"/>
          </a:xfrm>
        </p:grpSpPr>
        <p:sp>
          <p:nvSpPr>
            <p:cNvPr name="Freeform 3" id="3"/>
            <p:cNvSpPr/>
            <p:nvPr/>
          </p:nvSpPr>
          <p:spPr>
            <a:xfrm flipH="false" flipV="false" rot="0">
              <a:off x="0" y="0"/>
              <a:ext cx="32818335" cy="15771645"/>
            </a:xfrm>
            <a:custGeom>
              <a:avLst/>
              <a:gdLst/>
              <a:ahLst/>
              <a:cxnLst/>
              <a:rect r="r" b="b" t="t" l="l"/>
              <a:pathLst>
                <a:path h="15771645" w="32818335">
                  <a:moveTo>
                    <a:pt x="0" y="0"/>
                  </a:moveTo>
                  <a:lnTo>
                    <a:pt x="0" y="15771645"/>
                  </a:lnTo>
                  <a:lnTo>
                    <a:pt x="32818335" y="15771645"/>
                  </a:lnTo>
                  <a:lnTo>
                    <a:pt x="32818335" y="0"/>
                  </a:lnTo>
                  <a:lnTo>
                    <a:pt x="0" y="0"/>
                  </a:lnTo>
                  <a:close/>
                  <a:moveTo>
                    <a:pt x="32757374" y="15710684"/>
                  </a:moveTo>
                  <a:lnTo>
                    <a:pt x="59690" y="15710684"/>
                  </a:lnTo>
                  <a:lnTo>
                    <a:pt x="59690" y="59690"/>
                  </a:lnTo>
                  <a:lnTo>
                    <a:pt x="32757374" y="59690"/>
                  </a:lnTo>
                  <a:lnTo>
                    <a:pt x="32757374" y="15710684"/>
                  </a:lnTo>
                  <a:close/>
                </a:path>
              </a:pathLst>
            </a:custGeom>
            <a:solidFill>
              <a:srgbClr val="000000"/>
            </a:solidFill>
          </p:spPr>
        </p:sp>
      </p:grpSp>
      <p:grpSp>
        <p:nvGrpSpPr>
          <p:cNvPr name="Group 4" id="4"/>
          <p:cNvGrpSpPr/>
          <p:nvPr/>
        </p:nvGrpSpPr>
        <p:grpSpPr>
          <a:xfrm rot="0">
            <a:off x="10722057" y="1472354"/>
            <a:ext cx="6899193" cy="8147896"/>
            <a:chOff x="0" y="0"/>
            <a:chExt cx="34948232" cy="41273602"/>
          </a:xfrm>
        </p:grpSpPr>
        <p:sp>
          <p:nvSpPr>
            <p:cNvPr name="Freeform 5" id="5"/>
            <p:cNvSpPr/>
            <p:nvPr/>
          </p:nvSpPr>
          <p:spPr>
            <a:xfrm flipH="false" flipV="false" rot="0">
              <a:off x="72390" y="72390"/>
              <a:ext cx="34803453" cy="41128822"/>
            </a:xfrm>
            <a:custGeom>
              <a:avLst/>
              <a:gdLst/>
              <a:ahLst/>
              <a:cxnLst/>
              <a:rect r="r" b="b" t="t" l="l"/>
              <a:pathLst>
                <a:path h="41128822" w="34803453">
                  <a:moveTo>
                    <a:pt x="0" y="0"/>
                  </a:moveTo>
                  <a:lnTo>
                    <a:pt x="34803453" y="0"/>
                  </a:lnTo>
                  <a:lnTo>
                    <a:pt x="34803453" y="41128822"/>
                  </a:lnTo>
                  <a:lnTo>
                    <a:pt x="0" y="41128822"/>
                  </a:lnTo>
                  <a:lnTo>
                    <a:pt x="0" y="0"/>
                  </a:lnTo>
                  <a:close/>
                </a:path>
              </a:pathLst>
            </a:custGeom>
            <a:solidFill>
              <a:srgbClr val="EAD486"/>
            </a:solidFill>
          </p:spPr>
        </p:sp>
        <p:sp>
          <p:nvSpPr>
            <p:cNvPr name="Freeform 6" id="6"/>
            <p:cNvSpPr/>
            <p:nvPr/>
          </p:nvSpPr>
          <p:spPr>
            <a:xfrm flipH="false" flipV="false" rot="0">
              <a:off x="0" y="0"/>
              <a:ext cx="34948233" cy="41273602"/>
            </a:xfrm>
            <a:custGeom>
              <a:avLst/>
              <a:gdLst/>
              <a:ahLst/>
              <a:cxnLst/>
              <a:rect r="r" b="b" t="t" l="l"/>
              <a:pathLst>
                <a:path h="41273602" w="34948233">
                  <a:moveTo>
                    <a:pt x="34803451" y="41128823"/>
                  </a:moveTo>
                  <a:lnTo>
                    <a:pt x="34948233" y="41128823"/>
                  </a:lnTo>
                  <a:lnTo>
                    <a:pt x="34948233" y="41273602"/>
                  </a:lnTo>
                  <a:lnTo>
                    <a:pt x="34803451" y="41273602"/>
                  </a:lnTo>
                  <a:lnTo>
                    <a:pt x="34803451" y="41128823"/>
                  </a:lnTo>
                  <a:close/>
                  <a:moveTo>
                    <a:pt x="0" y="144780"/>
                  </a:moveTo>
                  <a:lnTo>
                    <a:pt x="144780" y="144780"/>
                  </a:lnTo>
                  <a:lnTo>
                    <a:pt x="144780" y="41128823"/>
                  </a:lnTo>
                  <a:lnTo>
                    <a:pt x="0" y="41128823"/>
                  </a:lnTo>
                  <a:lnTo>
                    <a:pt x="0" y="144780"/>
                  </a:lnTo>
                  <a:close/>
                  <a:moveTo>
                    <a:pt x="0" y="41128823"/>
                  </a:moveTo>
                  <a:lnTo>
                    <a:pt x="144780" y="41128823"/>
                  </a:lnTo>
                  <a:lnTo>
                    <a:pt x="144780" y="41273602"/>
                  </a:lnTo>
                  <a:lnTo>
                    <a:pt x="0" y="41273602"/>
                  </a:lnTo>
                  <a:lnTo>
                    <a:pt x="0" y="41128823"/>
                  </a:lnTo>
                  <a:close/>
                  <a:moveTo>
                    <a:pt x="34803451" y="144780"/>
                  </a:moveTo>
                  <a:lnTo>
                    <a:pt x="34948233" y="144780"/>
                  </a:lnTo>
                  <a:lnTo>
                    <a:pt x="34948233" y="41128823"/>
                  </a:lnTo>
                  <a:lnTo>
                    <a:pt x="34803451" y="41128823"/>
                  </a:lnTo>
                  <a:lnTo>
                    <a:pt x="34803451" y="144780"/>
                  </a:lnTo>
                  <a:close/>
                  <a:moveTo>
                    <a:pt x="144780" y="41128823"/>
                  </a:moveTo>
                  <a:lnTo>
                    <a:pt x="34803451" y="41128823"/>
                  </a:lnTo>
                  <a:lnTo>
                    <a:pt x="34803451" y="41273602"/>
                  </a:lnTo>
                  <a:lnTo>
                    <a:pt x="144780" y="41273602"/>
                  </a:lnTo>
                  <a:lnTo>
                    <a:pt x="144780" y="41128823"/>
                  </a:lnTo>
                  <a:close/>
                  <a:moveTo>
                    <a:pt x="34803451" y="0"/>
                  </a:moveTo>
                  <a:lnTo>
                    <a:pt x="34948233" y="0"/>
                  </a:lnTo>
                  <a:lnTo>
                    <a:pt x="34948233" y="144780"/>
                  </a:lnTo>
                  <a:lnTo>
                    <a:pt x="34803451" y="144780"/>
                  </a:lnTo>
                  <a:lnTo>
                    <a:pt x="34803451" y="0"/>
                  </a:lnTo>
                  <a:close/>
                  <a:moveTo>
                    <a:pt x="0" y="0"/>
                  </a:moveTo>
                  <a:lnTo>
                    <a:pt x="144780" y="0"/>
                  </a:lnTo>
                  <a:lnTo>
                    <a:pt x="144780" y="144780"/>
                  </a:lnTo>
                  <a:lnTo>
                    <a:pt x="0" y="144780"/>
                  </a:lnTo>
                  <a:lnTo>
                    <a:pt x="0" y="0"/>
                  </a:lnTo>
                  <a:close/>
                  <a:moveTo>
                    <a:pt x="144780" y="0"/>
                  </a:moveTo>
                  <a:lnTo>
                    <a:pt x="34803451" y="0"/>
                  </a:lnTo>
                  <a:lnTo>
                    <a:pt x="34803451" y="144780"/>
                  </a:lnTo>
                  <a:lnTo>
                    <a:pt x="144780" y="144780"/>
                  </a:lnTo>
                  <a:lnTo>
                    <a:pt x="144780" y="0"/>
                  </a:lnTo>
                  <a:close/>
                </a:path>
              </a:pathLst>
            </a:custGeom>
            <a:solidFill>
              <a:srgbClr val="000000"/>
            </a:solidFill>
          </p:spPr>
        </p:sp>
      </p:grpSp>
      <p:grpSp>
        <p:nvGrpSpPr>
          <p:cNvPr name="Group 7" id="7"/>
          <p:cNvGrpSpPr/>
          <p:nvPr/>
        </p:nvGrpSpPr>
        <p:grpSpPr>
          <a:xfrm rot="0">
            <a:off x="666750" y="666750"/>
            <a:ext cx="16954500" cy="866314"/>
            <a:chOff x="0" y="0"/>
            <a:chExt cx="90918020" cy="4645584"/>
          </a:xfrm>
        </p:grpSpPr>
        <p:sp>
          <p:nvSpPr>
            <p:cNvPr name="Freeform 8" id="8"/>
            <p:cNvSpPr/>
            <p:nvPr/>
          </p:nvSpPr>
          <p:spPr>
            <a:xfrm flipH="false" flipV="false" rot="0">
              <a:off x="72390" y="72390"/>
              <a:ext cx="90773240" cy="4500805"/>
            </a:xfrm>
            <a:custGeom>
              <a:avLst/>
              <a:gdLst/>
              <a:ahLst/>
              <a:cxnLst/>
              <a:rect r="r" b="b" t="t" l="l"/>
              <a:pathLst>
                <a:path h="4500805" w="90773240">
                  <a:moveTo>
                    <a:pt x="0" y="0"/>
                  </a:moveTo>
                  <a:lnTo>
                    <a:pt x="90773240" y="0"/>
                  </a:lnTo>
                  <a:lnTo>
                    <a:pt x="90773240" y="4500805"/>
                  </a:lnTo>
                  <a:lnTo>
                    <a:pt x="0" y="4500805"/>
                  </a:lnTo>
                  <a:lnTo>
                    <a:pt x="0" y="0"/>
                  </a:lnTo>
                  <a:close/>
                </a:path>
              </a:pathLst>
            </a:custGeom>
            <a:solidFill>
              <a:srgbClr val="9DCED8"/>
            </a:solidFill>
          </p:spPr>
        </p:sp>
        <p:sp>
          <p:nvSpPr>
            <p:cNvPr name="Freeform 9" id="9"/>
            <p:cNvSpPr/>
            <p:nvPr/>
          </p:nvSpPr>
          <p:spPr>
            <a:xfrm flipH="false" flipV="false" rot="0">
              <a:off x="0" y="0"/>
              <a:ext cx="90918023" cy="4645584"/>
            </a:xfrm>
            <a:custGeom>
              <a:avLst/>
              <a:gdLst/>
              <a:ahLst/>
              <a:cxnLst/>
              <a:rect r="r" b="b" t="t" l="l"/>
              <a:pathLst>
                <a:path h="4645584" w="90918023">
                  <a:moveTo>
                    <a:pt x="90773238" y="4500804"/>
                  </a:moveTo>
                  <a:lnTo>
                    <a:pt x="90918023" y="4500804"/>
                  </a:lnTo>
                  <a:lnTo>
                    <a:pt x="90918023" y="4645584"/>
                  </a:lnTo>
                  <a:lnTo>
                    <a:pt x="90773238" y="4645584"/>
                  </a:lnTo>
                  <a:lnTo>
                    <a:pt x="90773238" y="4500804"/>
                  </a:lnTo>
                  <a:close/>
                  <a:moveTo>
                    <a:pt x="0" y="144780"/>
                  </a:moveTo>
                  <a:lnTo>
                    <a:pt x="144780" y="144780"/>
                  </a:lnTo>
                  <a:lnTo>
                    <a:pt x="144780" y="4500804"/>
                  </a:lnTo>
                  <a:lnTo>
                    <a:pt x="0" y="4500804"/>
                  </a:lnTo>
                  <a:lnTo>
                    <a:pt x="0" y="144780"/>
                  </a:lnTo>
                  <a:close/>
                  <a:moveTo>
                    <a:pt x="0" y="4500804"/>
                  </a:moveTo>
                  <a:lnTo>
                    <a:pt x="144780" y="4500804"/>
                  </a:lnTo>
                  <a:lnTo>
                    <a:pt x="144780" y="4645584"/>
                  </a:lnTo>
                  <a:lnTo>
                    <a:pt x="0" y="4645584"/>
                  </a:lnTo>
                  <a:lnTo>
                    <a:pt x="0" y="4500804"/>
                  </a:lnTo>
                  <a:close/>
                  <a:moveTo>
                    <a:pt x="90773238" y="144780"/>
                  </a:moveTo>
                  <a:lnTo>
                    <a:pt x="90918023" y="144780"/>
                  </a:lnTo>
                  <a:lnTo>
                    <a:pt x="90918023" y="4500804"/>
                  </a:lnTo>
                  <a:lnTo>
                    <a:pt x="90773238" y="4500804"/>
                  </a:lnTo>
                  <a:lnTo>
                    <a:pt x="90773238" y="144780"/>
                  </a:lnTo>
                  <a:close/>
                  <a:moveTo>
                    <a:pt x="144780" y="4500804"/>
                  </a:moveTo>
                  <a:lnTo>
                    <a:pt x="90773238" y="4500804"/>
                  </a:lnTo>
                  <a:lnTo>
                    <a:pt x="90773238" y="4645584"/>
                  </a:lnTo>
                  <a:lnTo>
                    <a:pt x="144780" y="4645584"/>
                  </a:lnTo>
                  <a:lnTo>
                    <a:pt x="144780" y="4500804"/>
                  </a:lnTo>
                  <a:close/>
                  <a:moveTo>
                    <a:pt x="90773238" y="0"/>
                  </a:moveTo>
                  <a:lnTo>
                    <a:pt x="90918023" y="0"/>
                  </a:lnTo>
                  <a:lnTo>
                    <a:pt x="90918023" y="144780"/>
                  </a:lnTo>
                  <a:lnTo>
                    <a:pt x="90773238" y="144780"/>
                  </a:lnTo>
                  <a:lnTo>
                    <a:pt x="90773238" y="0"/>
                  </a:lnTo>
                  <a:close/>
                  <a:moveTo>
                    <a:pt x="0" y="0"/>
                  </a:moveTo>
                  <a:lnTo>
                    <a:pt x="144780" y="0"/>
                  </a:lnTo>
                  <a:lnTo>
                    <a:pt x="144780" y="144780"/>
                  </a:lnTo>
                  <a:lnTo>
                    <a:pt x="0" y="144780"/>
                  </a:lnTo>
                  <a:lnTo>
                    <a:pt x="0" y="0"/>
                  </a:lnTo>
                  <a:close/>
                  <a:moveTo>
                    <a:pt x="144780" y="0"/>
                  </a:moveTo>
                  <a:lnTo>
                    <a:pt x="90773238" y="0"/>
                  </a:lnTo>
                  <a:lnTo>
                    <a:pt x="90773238" y="144780"/>
                  </a:lnTo>
                  <a:lnTo>
                    <a:pt x="144780" y="144780"/>
                  </a:lnTo>
                  <a:lnTo>
                    <a:pt x="144780" y="0"/>
                  </a:lnTo>
                  <a:close/>
                </a:path>
              </a:pathLst>
            </a:custGeom>
            <a:solidFill>
              <a:srgbClr val="000000"/>
            </a:solidFill>
          </p:spPr>
        </p:sp>
      </p:grpSp>
      <p:grpSp>
        <p:nvGrpSpPr>
          <p:cNvPr name="Group 10" id="10"/>
          <p:cNvGrpSpPr>
            <a:grpSpLocks noChangeAspect="true"/>
          </p:cNvGrpSpPr>
          <p:nvPr/>
        </p:nvGrpSpPr>
        <p:grpSpPr>
          <a:xfrm rot="0">
            <a:off x="1219200" y="959306"/>
            <a:ext cx="281202" cy="281202"/>
            <a:chOff x="0" y="0"/>
            <a:chExt cx="495300" cy="495300"/>
          </a:xfrm>
        </p:grpSpPr>
        <p:sp>
          <p:nvSpPr>
            <p:cNvPr name="Freeform 11" id="11"/>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2" id="12"/>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4B9B7"/>
            </a:solidFill>
          </p:spPr>
        </p:sp>
      </p:grpSp>
      <p:grpSp>
        <p:nvGrpSpPr>
          <p:cNvPr name="Group 13" id="13"/>
          <p:cNvGrpSpPr>
            <a:grpSpLocks noChangeAspect="true"/>
          </p:cNvGrpSpPr>
          <p:nvPr/>
        </p:nvGrpSpPr>
        <p:grpSpPr>
          <a:xfrm rot="0">
            <a:off x="1742282" y="959306"/>
            <a:ext cx="281202" cy="281202"/>
            <a:chOff x="0" y="0"/>
            <a:chExt cx="495300" cy="495300"/>
          </a:xfrm>
        </p:grpSpPr>
        <p:sp>
          <p:nvSpPr>
            <p:cNvPr name="Freeform 14" id="14"/>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5" id="15"/>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AD486"/>
            </a:solidFill>
          </p:spPr>
        </p:sp>
      </p:grpSp>
      <p:grpSp>
        <p:nvGrpSpPr>
          <p:cNvPr name="Group 16" id="16"/>
          <p:cNvGrpSpPr>
            <a:grpSpLocks noChangeAspect="true"/>
          </p:cNvGrpSpPr>
          <p:nvPr/>
        </p:nvGrpSpPr>
        <p:grpSpPr>
          <a:xfrm rot="0">
            <a:off x="2265364" y="959306"/>
            <a:ext cx="281202" cy="281202"/>
            <a:chOff x="0" y="0"/>
            <a:chExt cx="495300" cy="495300"/>
          </a:xfrm>
        </p:grpSpPr>
        <p:sp>
          <p:nvSpPr>
            <p:cNvPr name="Freeform 17" id="17"/>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8" id="18"/>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CAE4BA"/>
            </a:solidFill>
          </p:spPr>
        </p:sp>
      </p:grpSp>
      <p:sp>
        <p:nvSpPr>
          <p:cNvPr name="Freeform 19" id="19"/>
          <p:cNvSpPr/>
          <p:nvPr/>
        </p:nvSpPr>
        <p:spPr>
          <a:xfrm flipH="false" flipV="false" rot="0">
            <a:off x="16759710" y="945362"/>
            <a:ext cx="309090" cy="309090"/>
          </a:xfrm>
          <a:custGeom>
            <a:avLst/>
            <a:gdLst/>
            <a:ahLst/>
            <a:cxnLst/>
            <a:rect r="r" b="b" t="t" l="l"/>
            <a:pathLst>
              <a:path h="309090" w="309090">
                <a:moveTo>
                  <a:pt x="0" y="0"/>
                </a:moveTo>
                <a:lnTo>
                  <a:pt x="309090" y="0"/>
                </a:lnTo>
                <a:lnTo>
                  <a:pt x="309090" y="309090"/>
                </a:lnTo>
                <a:lnTo>
                  <a:pt x="0" y="3090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0">
            <a:off x="1028700" y="2504402"/>
            <a:ext cx="9260307" cy="5741390"/>
          </a:xfrm>
          <a:custGeom>
            <a:avLst/>
            <a:gdLst/>
            <a:ahLst/>
            <a:cxnLst/>
            <a:rect r="r" b="b" t="t" l="l"/>
            <a:pathLst>
              <a:path h="5741390" w="9260307">
                <a:moveTo>
                  <a:pt x="0" y="0"/>
                </a:moveTo>
                <a:lnTo>
                  <a:pt x="9260307" y="0"/>
                </a:lnTo>
                <a:lnTo>
                  <a:pt x="9260307" y="5741390"/>
                </a:lnTo>
                <a:lnTo>
                  <a:pt x="0" y="5741390"/>
                </a:lnTo>
                <a:lnTo>
                  <a:pt x="0" y="0"/>
                </a:lnTo>
                <a:close/>
              </a:path>
            </a:pathLst>
          </a:custGeom>
          <a:blipFill>
            <a:blip r:embed="rId4"/>
            <a:stretch>
              <a:fillRect l="0" t="0" r="0" b="0"/>
            </a:stretch>
          </a:blipFill>
        </p:spPr>
      </p:sp>
      <p:sp>
        <p:nvSpPr>
          <p:cNvPr name="TextBox 21" id="21"/>
          <p:cNvSpPr txBox="true"/>
          <p:nvPr/>
        </p:nvSpPr>
        <p:spPr>
          <a:xfrm rot="0">
            <a:off x="11264912" y="5168477"/>
            <a:ext cx="6192198" cy="869950"/>
          </a:xfrm>
          <a:prstGeom prst="rect">
            <a:avLst/>
          </a:prstGeom>
        </p:spPr>
        <p:txBody>
          <a:bodyPr anchor="t" rtlCol="false" tIns="0" lIns="0" bIns="0" rIns="0">
            <a:spAutoFit/>
          </a:bodyPr>
          <a:lstStyle/>
          <a:p>
            <a:pPr algn="l">
              <a:lnSpc>
                <a:spcPts val="6500"/>
              </a:lnSpc>
            </a:pPr>
            <a:r>
              <a:rPr lang="en-US" sz="6500" b="true">
                <a:solidFill>
                  <a:srgbClr val="000000"/>
                </a:solidFill>
                <a:latin typeface="Courier Prime Bold"/>
                <a:ea typeface="Courier Prime Bold"/>
                <a:cs typeface="Courier Prime Bold"/>
                <a:sym typeface="Courier Prime Bold"/>
              </a:rPr>
              <a:t>Load vs VMs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6F2F2"/>
        </a:solidFill>
      </p:bgPr>
    </p:bg>
    <p:spTree>
      <p:nvGrpSpPr>
        <p:cNvPr id="1" name=""/>
        <p:cNvGrpSpPr/>
        <p:nvPr/>
      </p:nvGrpSpPr>
      <p:grpSpPr>
        <a:xfrm>
          <a:off x="0" y="0"/>
          <a:ext cx="0" cy="0"/>
          <a:chOff x="0" y="0"/>
          <a:chExt cx="0" cy="0"/>
        </a:xfrm>
      </p:grpSpPr>
      <p:grpSp>
        <p:nvGrpSpPr>
          <p:cNvPr name="Group 2" id="2"/>
          <p:cNvGrpSpPr/>
          <p:nvPr/>
        </p:nvGrpSpPr>
        <p:grpSpPr>
          <a:xfrm rot="0">
            <a:off x="15697200" y="2497304"/>
            <a:ext cx="3819003" cy="3819003"/>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AD486"/>
            </a:solidFill>
          </p:spPr>
        </p:sp>
      </p:grpSp>
      <p:grpSp>
        <p:nvGrpSpPr>
          <p:cNvPr name="Group 4" id="4"/>
          <p:cNvGrpSpPr/>
          <p:nvPr/>
        </p:nvGrpSpPr>
        <p:grpSpPr>
          <a:xfrm rot="0">
            <a:off x="666750" y="1472354"/>
            <a:ext cx="16954500" cy="8147896"/>
            <a:chOff x="0" y="0"/>
            <a:chExt cx="32818334" cy="15771645"/>
          </a:xfrm>
        </p:grpSpPr>
        <p:sp>
          <p:nvSpPr>
            <p:cNvPr name="Freeform 5" id="5"/>
            <p:cNvSpPr/>
            <p:nvPr/>
          </p:nvSpPr>
          <p:spPr>
            <a:xfrm flipH="false" flipV="false" rot="0">
              <a:off x="0" y="0"/>
              <a:ext cx="32818335" cy="15771645"/>
            </a:xfrm>
            <a:custGeom>
              <a:avLst/>
              <a:gdLst/>
              <a:ahLst/>
              <a:cxnLst/>
              <a:rect r="r" b="b" t="t" l="l"/>
              <a:pathLst>
                <a:path h="15771645" w="32818335">
                  <a:moveTo>
                    <a:pt x="0" y="0"/>
                  </a:moveTo>
                  <a:lnTo>
                    <a:pt x="0" y="15771645"/>
                  </a:lnTo>
                  <a:lnTo>
                    <a:pt x="32818335" y="15771645"/>
                  </a:lnTo>
                  <a:lnTo>
                    <a:pt x="32818335" y="0"/>
                  </a:lnTo>
                  <a:lnTo>
                    <a:pt x="0" y="0"/>
                  </a:lnTo>
                  <a:close/>
                  <a:moveTo>
                    <a:pt x="32757374" y="15710684"/>
                  </a:moveTo>
                  <a:lnTo>
                    <a:pt x="59690" y="15710684"/>
                  </a:lnTo>
                  <a:lnTo>
                    <a:pt x="59690" y="59690"/>
                  </a:lnTo>
                  <a:lnTo>
                    <a:pt x="32757374" y="59690"/>
                  </a:lnTo>
                  <a:lnTo>
                    <a:pt x="32757374" y="15710684"/>
                  </a:lnTo>
                  <a:close/>
                </a:path>
              </a:pathLst>
            </a:custGeom>
            <a:solidFill>
              <a:srgbClr val="000000"/>
            </a:solidFill>
          </p:spPr>
        </p:sp>
      </p:grpSp>
      <p:grpSp>
        <p:nvGrpSpPr>
          <p:cNvPr name="Group 6" id="6"/>
          <p:cNvGrpSpPr/>
          <p:nvPr/>
        </p:nvGrpSpPr>
        <p:grpSpPr>
          <a:xfrm rot="0">
            <a:off x="666750" y="666750"/>
            <a:ext cx="16954500" cy="866314"/>
            <a:chOff x="0" y="0"/>
            <a:chExt cx="90918020" cy="4645584"/>
          </a:xfrm>
        </p:grpSpPr>
        <p:sp>
          <p:nvSpPr>
            <p:cNvPr name="Freeform 7" id="7"/>
            <p:cNvSpPr/>
            <p:nvPr/>
          </p:nvSpPr>
          <p:spPr>
            <a:xfrm flipH="false" flipV="false" rot="0">
              <a:off x="72390" y="72390"/>
              <a:ext cx="90773240" cy="4500805"/>
            </a:xfrm>
            <a:custGeom>
              <a:avLst/>
              <a:gdLst/>
              <a:ahLst/>
              <a:cxnLst/>
              <a:rect r="r" b="b" t="t" l="l"/>
              <a:pathLst>
                <a:path h="4500805" w="90773240">
                  <a:moveTo>
                    <a:pt x="0" y="0"/>
                  </a:moveTo>
                  <a:lnTo>
                    <a:pt x="90773240" y="0"/>
                  </a:lnTo>
                  <a:lnTo>
                    <a:pt x="90773240" y="4500805"/>
                  </a:lnTo>
                  <a:lnTo>
                    <a:pt x="0" y="4500805"/>
                  </a:lnTo>
                  <a:lnTo>
                    <a:pt x="0" y="0"/>
                  </a:lnTo>
                  <a:close/>
                </a:path>
              </a:pathLst>
            </a:custGeom>
            <a:solidFill>
              <a:srgbClr val="9DCED8"/>
            </a:solidFill>
          </p:spPr>
        </p:sp>
        <p:sp>
          <p:nvSpPr>
            <p:cNvPr name="Freeform 8" id="8"/>
            <p:cNvSpPr/>
            <p:nvPr/>
          </p:nvSpPr>
          <p:spPr>
            <a:xfrm flipH="false" flipV="false" rot="0">
              <a:off x="0" y="0"/>
              <a:ext cx="90918023" cy="4645584"/>
            </a:xfrm>
            <a:custGeom>
              <a:avLst/>
              <a:gdLst/>
              <a:ahLst/>
              <a:cxnLst/>
              <a:rect r="r" b="b" t="t" l="l"/>
              <a:pathLst>
                <a:path h="4645584" w="90918023">
                  <a:moveTo>
                    <a:pt x="90773238" y="4500804"/>
                  </a:moveTo>
                  <a:lnTo>
                    <a:pt x="90918023" y="4500804"/>
                  </a:lnTo>
                  <a:lnTo>
                    <a:pt x="90918023" y="4645584"/>
                  </a:lnTo>
                  <a:lnTo>
                    <a:pt x="90773238" y="4645584"/>
                  </a:lnTo>
                  <a:lnTo>
                    <a:pt x="90773238" y="4500804"/>
                  </a:lnTo>
                  <a:close/>
                  <a:moveTo>
                    <a:pt x="0" y="144780"/>
                  </a:moveTo>
                  <a:lnTo>
                    <a:pt x="144780" y="144780"/>
                  </a:lnTo>
                  <a:lnTo>
                    <a:pt x="144780" y="4500804"/>
                  </a:lnTo>
                  <a:lnTo>
                    <a:pt x="0" y="4500804"/>
                  </a:lnTo>
                  <a:lnTo>
                    <a:pt x="0" y="144780"/>
                  </a:lnTo>
                  <a:close/>
                  <a:moveTo>
                    <a:pt x="0" y="4500804"/>
                  </a:moveTo>
                  <a:lnTo>
                    <a:pt x="144780" y="4500804"/>
                  </a:lnTo>
                  <a:lnTo>
                    <a:pt x="144780" y="4645584"/>
                  </a:lnTo>
                  <a:lnTo>
                    <a:pt x="0" y="4645584"/>
                  </a:lnTo>
                  <a:lnTo>
                    <a:pt x="0" y="4500804"/>
                  </a:lnTo>
                  <a:close/>
                  <a:moveTo>
                    <a:pt x="90773238" y="144780"/>
                  </a:moveTo>
                  <a:lnTo>
                    <a:pt x="90918023" y="144780"/>
                  </a:lnTo>
                  <a:lnTo>
                    <a:pt x="90918023" y="4500804"/>
                  </a:lnTo>
                  <a:lnTo>
                    <a:pt x="90773238" y="4500804"/>
                  </a:lnTo>
                  <a:lnTo>
                    <a:pt x="90773238" y="144780"/>
                  </a:lnTo>
                  <a:close/>
                  <a:moveTo>
                    <a:pt x="144780" y="4500804"/>
                  </a:moveTo>
                  <a:lnTo>
                    <a:pt x="90773238" y="4500804"/>
                  </a:lnTo>
                  <a:lnTo>
                    <a:pt x="90773238" y="4645584"/>
                  </a:lnTo>
                  <a:lnTo>
                    <a:pt x="144780" y="4645584"/>
                  </a:lnTo>
                  <a:lnTo>
                    <a:pt x="144780" y="4500804"/>
                  </a:lnTo>
                  <a:close/>
                  <a:moveTo>
                    <a:pt x="90773238" y="0"/>
                  </a:moveTo>
                  <a:lnTo>
                    <a:pt x="90918023" y="0"/>
                  </a:lnTo>
                  <a:lnTo>
                    <a:pt x="90918023" y="144780"/>
                  </a:lnTo>
                  <a:lnTo>
                    <a:pt x="90773238" y="144780"/>
                  </a:lnTo>
                  <a:lnTo>
                    <a:pt x="90773238" y="0"/>
                  </a:lnTo>
                  <a:close/>
                  <a:moveTo>
                    <a:pt x="0" y="0"/>
                  </a:moveTo>
                  <a:lnTo>
                    <a:pt x="144780" y="0"/>
                  </a:lnTo>
                  <a:lnTo>
                    <a:pt x="144780" y="144780"/>
                  </a:lnTo>
                  <a:lnTo>
                    <a:pt x="0" y="144780"/>
                  </a:lnTo>
                  <a:lnTo>
                    <a:pt x="0" y="0"/>
                  </a:lnTo>
                  <a:close/>
                  <a:moveTo>
                    <a:pt x="144780" y="0"/>
                  </a:moveTo>
                  <a:lnTo>
                    <a:pt x="90773238" y="0"/>
                  </a:lnTo>
                  <a:lnTo>
                    <a:pt x="90773238" y="144780"/>
                  </a:lnTo>
                  <a:lnTo>
                    <a:pt x="144780" y="144780"/>
                  </a:lnTo>
                  <a:lnTo>
                    <a:pt x="144780" y="0"/>
                  </a:lnTo>
                  <a:close/>
                </a:path>
              </a:pathLst>
            </a:custGeom>
            <a:solidFill>
              <a:srgbClr val="000000"/>
            </a:solidFill>
          </p:spPr>
        </p:sp>
      </p:grpSp>
      <p:grpSp>
        <p:nvGrpSpPr>
          <p:cNvPr name="Group 9" id="9"/>
          <p:cNvGrpSpPr>
            <a:grpSpLocks noChangeAspect="true"/>
          </p:cNvGrpSpPr>
          <p:nvPr/>
        </p:nvGrpSpPr>
        <p:grpSpPr>
          <a:xfrm rot="0">
            <a:off x="1219200" y="959306"/>
            <a:ext cx="281202" cy="281202"/>
            <a:chOff x="0" y="0"/>
            <a:chExt cx="495300" cy="495300"/>
          </a:xfrm>
        </p:grpSpPr>
        <p:sp>
          <p:nvSpPr>
            <p:cNvPr name="Freeform 10" id="10"/>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1" id="11"/>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4B9B7"/>
            </a:solidFill>
          </p:spPr>
        </p:sp>
      </p:grpSp>
      <p:grpSp>
        <p:nvGrpSpPr>
          <p:cNvPr name="Group 12" id="12"/>
          <p:cNvGrpSpPr>
            <a:grpSpLocks noChangeAspect="true"/>
          </p:cNvGrpSpPr>
          <p:nvPr/>
        </p:nvGrpSpPr>
        <p:grpSpPr>
          <a:xfrm rot="0">
            <a:off x="1742282" y="959306"/>
            <a:ext cx="281202" cy="281202"/>
            <a:chOff x="0" y="0"/>
            <a:chExt cx="495300" cy="495300"/>
          </a:xfrm>
        </p:grpSpPr>
        <p:sp>
          <p:nvSpPr>
            <p:cNvPr name="Freeform 13" id="13"/>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4" id="14"/>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AD486"/>
            </a:solidFill>
          </p:spPr>
        </p:sp>
      </p:grpSp>
      <p:grpSp>
        <p:nvGrpSpPr>
          <p:cNvPr name="Group 15" id="15"/>
          <p:cNvGrpSpPr>
            <a:grpSpLocks noChangeAspect="true"/>
          </p:cNvGrpSpPr>
          <p:nvPr/>
        </p:nvGrpSpPr>
        <p:grpSpPr>
          <a:xfrm rot="0">
            <a:off x="2265364" y="959306"/>
            <a:ext cx="281202" cy="281202"/>
            <a:chOff x="0" y="0"/>
            <a:chExt cx="495300" cy="495300"/>
          </a:xfrm>
        </p:grpSpPr>
        <p:sp>
          <p:nvSpPr>
            <p:cNvPr name="Freeform 16" id="16"/>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7" id="17"/>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CAE4BA"/>
            </a:solidFill>
          </p:spPr>
        </p:sp>
      </p:grpSp>
      <p:sp>
        <p:nvSpPr>
          <p:cNvPr name="Freeform 18" id="18"/>
          <p:cNvSpPr/>
          <p:nvPr/>
        </p:nvSpPr>
        <p:spPr>
          <a:xfrm flipH="false" flipV="false" rot="0">
            <a:off x="16759710" y="945362"/>
            <a:ext cx="309090" cy="309090"/>
          </a:xfrm>
          <a:custGeom>
            <a:avLst/>
            <a:gdLst/>
            <a:ahLst/>
            <a:cxnLst/>
            <a:rect r="r" b="b" t="t" l="l"/>
            <a:pathLst>
              <a:path h="309090" w="309090">
                <a:moveTo>
                  <a:pt x="0" y="0"/>
                </a:moveTo>
                <a:lnTo>
                  <a:pt x="309090" y="0"/>
                </a:lnTo>
                <a:lnTo>
                  <a:pt x="309090" y="309090"/>
                </a:lnTo>
                <a:lnTo>
                  <a:pt x="0" y="3090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19" id="19"/>
          <p:cNvSpPr/>
          <p:nvPr/>
        </p:nvSpPr>
        <p:spPr>
          <a:xfrm rot="-5400000">
            <a:off x="3228745" y="5562370"/>
            <a:ext cx="8087186" cy="0"/>
          </a:xfrm>
          <a:prstGeom prst="line">
            <a:avLst/>
          </a:prstGeom>
          <a:ln cap="rnd" w="28575">
            <a:solidFill>
              <a:srgbClr val="000000"/>
            </a:solidFill>
            <a:prstDash val="solid"/>
            <a:headEnd type="none" len="sm" w="sm"/>
            <a:tailEnd type="none" len="sm" w="sm"/>
          </a:ln>
        </p:spPr>
      </p:sp>
      <p:grpSp>
        <p:nvGrpSpPr>
          <p:cNvPr name="Group 20" id="20"/>
          <p:cNvGrpSpPr/>
          <p:nvPr/>
        </p:nvGrpSpPr>
        <p:grpSpPr>
          <a:xfrm rot="0">
            <a:off x="7258050" y="4621118"/>
            <a:ext cx="10363200" cy="4999132"/>
            <a:chOff x="0" y="0"/>
            <a:chExt cx="52495345" cy="25323371"/>
          </a:xfrm>
        </p:grpSpPr>
        <p:sp>
          <p:nvSpPr>
            <p:cNvPr name="Freeform 21" id="21"/>
            <p:cNvSpPr/>
            <p:nvPr/>
          </p:nvSpPr>
          <p:spPr>
            <a:xfrm flipH="false" flipV="false" rot="0">
              <a:off x="72390" y="72390"/>
              <a:ext cx="52350568" cy="25178591"/>
            </a:xfrm>
            <a:custGeom>
              <a:avLst/>
              <a:gdLst/>
              <a:ahLst/>
              <a:cxnLst/>
              <a:rect r="r" b="b" t="t" l="l"/>
              <a:pathLst>
                <a:path h="25178591" w="52350568">
                  <a:moveTo>
                    <a:pt x="0" y="0"/>
                  </a:moveTo>
                  <a:lnTo>
                    <a:pt x="52350568" y="0"/>
                  </a:lnTo>
                  <a:lnTo>
                    <a:pt x="52350568" y="25178591"/>
                  </a:lnTo>
                  <a:lnTo>
                    <a:pt x="0" y="25178591"/>
                  </a:lnTo>
                  <a:lnTo>
                    <a:pt x="0" y="0"/>
                  </a:lnTo>
                  <a:close/>
                </a:path>
              </a:pathLst>
            </a:custGeom>
            <a:solidFill>
              <a:srgbClr val="FFEBE3"/>
            </a:solidFill>
          </p:spPr>
        </p:sp>
        <p:sp>
          <p:nvSpPr>
            <p:cNvPr name="Freeform 22" id="22"/>
            <p:cNvSpPr/>
            <p:nvPr/>
          </p:nvSpPr>
          <p:spPr>
            <a:xfrm flipH="false" flipV="false" rot="0">
              <a:off x="0" y="0"/>
              <a:ext cx="52495345" cy="25323372"/>
            </a:xfrm>
            <a:custGeom>
              <a:avLst/>
              <a:gdLst/>
              <a:ahLst/>
              <a:cxnLst/>
              <a:rect r="r" b="b" t="t" l="l"/>
              <a:pathLst>
                <a:path h="25323372" w="52495345">
                  <a:moveTo>
                    <a:pt x="52350566" y="25178592"/>
                  </a:moveTo>
                  <a:lnTo>
                    <a:pt x="52495345" y="25178592"/>
                  </a:lnTo>
                  <a:lnTo>
                    <a:pt x="52495345" y="25323372"/>
                  </a:lnTo>
                  <a:lnTo>
                    <a:pt x="52350566" y="25323372"/>
                  </a:lnTo>
                  <a:lnTo>
                    <a:pt x="52350566" y="25178592"/>
                  </a:lnTo>
                  <a:close/>
                  <a:moveTo>
                    <a:pt x="0" y="144780"/>
                  </a:moveTo>
                  <a:lnTo>
                    <a:pt x="144780" y="144780"/>
                  </a:lnTo>
                  <a:lnTo>
                    <a:pt x="144780" y="25178592"/>
                  </a:lnTo>
                  <a:lnTo>
                    <a:pt x="0" y="25178592"/>
                  </a:lnTo>
                  <a:lnTo>
                    <a:pt x="0" y="144780"/>
                  </a:lnTo>
                  <a:close/>
                  <a:moveTo>
                    <a:pt x="0" y="25178592"/>
                  </a:moveTo>
                  <a:lnTo>
                    <a:pt x="144780" y="25178592"/>
                  </a:lnTo>
                  <a:lnTo>
                    <a:pt x="144780" y="25323372"/>
                  </a:lnTo>
                  <a:lnTo>
                    <a:pt x="0" y="25323372"/>
                  </a:lnTo>
                  <a:lnTo>
                    <a:pt x="0" y="25178592"/>
                  </a:lnTo>
                  <a:close/>
                  <a:moveTo>
                    <a:pt x="52350566" y="144780"/>
                  </a:moveTo>
                  <a:lnTo>
                    <a:pt x="52495345" y="144780"/>
                  </a:lnTo>
                  <a:lnTo>
                    <a:pt x="52495345" y="25178592"/>
                  </a:lnTo>
                  <a:lnTo>
                    <a:pt x="52350566" y="25178592"/>
                  </a:lnTo>
                  <a:lnTo>
                    <a:pt x="52350566" y="144780"/>
                  </a:lnTo>
                  <a:close/>
                  <a:moveTo>
                    <a:pt x="144780" y="25178592"/>
                  </a:moveTo>
                  <a:lnTo>
                    <a:pt x="52350566" y="25178592"/>
                  </a:lnTo>
                  <a:lnTo>
                    <a:pt x="52350566" y="25323372"/>
                  </a:lnTo>
                  <a:lnTo>
                    <a:pt x="144780" y="25323372"/>
                  </a:lnTo>
                  <a:lnTo>
                    <a:pt x="144780" y="25178592"/>
                  </a:lnTo>
                  <a:close/>
                  <a:moveTo>
                    <a:pt x="52350566" y="0"/>
                  </a:moveTo>
                  <a:lnTo>
                    <a:pt x="52495345" y="0"/>
                  </a:lnTo>
                  <a:lnTo>
                    <a:pt x="52495345" y="144780"/>
                  </a:lnTo>
                  <a:lnTo>
                    <a:pt x="52350566" y="144780"/>
                  </a:lnTo>
                  <a:lnTo>
                    <a:pt x="52350566" y="0"/>
                  </a:lnTo>
                  <a:close/>
                  <a:moveTo>
                    <a:pt x="0" y="0"/>
                  </a:moveTo>
                  <a:lnTo>
                    <a:pt x="144780" y="0"/>
                  </a:lnTo>
                  <a:lnTo>
                    <a:pt x="144780" y="144780"/>
                  </a:lnTo>
                  <a:lnTo>
                    <a:pt x="0" y="144780"/>
                  </a:lnTo>
                  <a:lnTo>
                    <a:pt x="0" y="0"/>
                  </a:lnTo>
                  <a:close/>
                  <a:moveTo>
                    <a:pt x="144780" y="0"/>
                  </a:moveTo>
                  <a:lnTo>
                    <a:pt x="52350566" y="0"/>
                  </a:lnTo>
                  <a:lnTo>
                    <a:pt x="52350566" y="144780"/>
                  </a:lnTo>
                  <a:lnTo>
                    <a:pt x="144780" y="144780"/>
                  </a:lnTo>
                  <a:lnTo>
                    <a:pt x="144780" y="0"/>
                  </a:lnTo>
                  <a:close/>
                </a:path>
              </a:pathLst>
            </a:custGeom>
            <a:solidFill>
              <a:srgbClr val="000000"/>
            </a:solidFill>
          </p:spPr>
        </p:sp>
      </p:grpSp>
      <p:sp>
        <p:nvSpPr>
          <p:cNvPr name="Freeform 23" id="23"/>
          <p:cNvSpPr/>
          <p:nvPr/>
        </p:nvSpPr>
        <p:spPr>
          <a:xfrm flipH="false" flipV="false" rot="0">
            <a:off x="6564274" y="2432239"/>
            <a:ext cx="1279852" cy="1279852"/>
          </a:xfrm>
          <a:custGeom>
            <a:avLst/>
            <a:gdLst/>
            <a:ahLst/>
            <a:cxnLst/>
            <a:rect r="r" b="b" t="t" l="l"/>
            <a:pathLst>
              <a:path h="1279852" w="1279852">
                <a:moveTo>
                  <a:pt x="0" y="0"/>
                </a:moveTo>
                <a:lnTo>
                  <a:pt x="1279852" y="0"/>
                </a:lnTo>
                <a:lnTo>
                  <a:pt x="1279852" y="1279852"/>
                </a:lnTo>
                <a:lnTo>
                  <a:pt x="0" y="12798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false" flipV="false" rot="-5400000">
            <a:off x="6659053" y="2521967"/>
            <a:ext cx="592839" cy="1100397"/>
          </a:xfrm>
          <a:custGeom>
            <a:avLst/>
            <a:gdLst/>
            <a:ahLst/>
            <a:cxnLst/>
            <a:rect r="r" b="b" t="t" l="l"/>
            <a:pathLst>
              <a:path h="1100397" w="592839">
                <a:moveTo>
                  <a:pt x="0" y="0"/>
                </a:moveTo>
                <a:lnTo>
                  <a:pt x="592838" y="0"/>
                </a:lnTo>
                <a:lnTo>
                  <a:pt x="592838" y="1100396"/>
                </a:lnTo>
                <a:lnTo>
                  <a:pt x="0" y="11003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5" id="25"/>
          <p:cNvSpPr/>
          <p:nvPr/>
        </p:nvSpPr>
        <p:spPr>
          <a:xfrm flipH="false" flipV="false" rot="0">
            <a:off x="1085850" y="1895770"/>
            <a:ext cx="4964723" cy="7301064"/>
          </a:xfrm>
          <a:custGeom>
            <a:avLst/>
            <a:gdLst/>
            <a:ahLst/>
            <a:cxnLst/>
            <a:rect r="r" b="b" t="t" l="l"/>
            <a:pathLst>
              <a:path h="7301064" w="4964723">
                <a:moveTo>
                  <a:pt x="0" y="0"/>
                </a:moveTo>
                <a:lnTo>
                  <a:pt x="4964723" y="0"/>
                </a:lnTo>
                <a:lnTo>
                  <a:pt x="4964723" y="7301064"/>
                </a:lnTo>
                <a:lnTo>
                  <a:pt x="0" y="73010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6" id="26"/>
          <p:cNvGrpSpPr/>
          <p:nvPr/>
        </p:nvGrpSpPr>
        <p:grpSpPr>
          <a:xfrm rot="0">
            <a:off x="1123950" y="2568295"/>
            <a:ext cx="4438650" cy="6580914"/>
            <a:chOff x="0" y="0"/>
            <a:chExt cx="5918200" cy="8774552"/>
          </a:xfrm>
        </p:grpSpPr>
        <p:pic>
          <p:nvPicPr>
            <p:cNvPr name="Picture 27" id="27"/>
            <p:cNvPicPr>
              <a:picLocks noChangeAspect="true"/>
            </p:cNvPicPr>
            <p:nvPr/>
          </p:nvPicPr>
          <p:blipFill>
            <a:blip r:embed="rId10"/>
            <a:srcRect l="24707" t="0" r="24707" b="0"/>
            <a:stretch>
              <a:fillRect/>
            </a:stretch>
          </p:blipFill>
          <p:spPr>
            <a:xfrm flipH="false" flipV="false">
              <a:off x="0" y="0"/>
              <a:ext cx="5918200" cy="8774552"/>
            </a:xfrm>
            <a:prstGeom prst="rect">
              <a:avLst/>
            </a:prstGeom>
          </p:spPr>
        </p:pic>
      </p:grpSp>
      <p:sp>
        <p:nvSpPr>
          <p:cNvPr name="TextBox 28" id="28"/>
          <p:cNvSpPr txBox="true"/>
          <p:nvPr/>
        </p:nvSpPr>
        <p:spPr>
          <a:xfrm rot="0">
            <a:off x="8886017" y="2694340"/>
            <a:ext cx="7873692" cy="869950"/>
          </a:xfrm>
          <a:prstGeom prst="rect">
            <a:avLst/>
          </a:prstGeom>
        </p:spPr>
        <p:txBody>
          <a:bodyPr anchor="t" rtlCol="false" tIns="0" lIns="0" bIns="0" rIns="0">
            <a:spAutoFit/>
          </a:bodyPr>
          <a:lstStyle/>
          <a:p>
            <a:pPr algn="l">
              <a:lnSpc>
                <a:spcPts val="6500"/>
              </a:lnSpc>
            </a:pPr>
            <a:r>
              <a:rPr lang="en-US" sz="6500" b="true">
                <a:solidFill>
                  <a:srgbClr val="000000"/>
                </a:solidFill>
                <a:latin typeface="Courier Prime Bold"/>
                <a:ea typeface="Courier Prime Bold"/>
                <a:cs typeface="Courier Prime Bold"/>
                <a:sym typeface="Courier Prime Bold"/>
              </a:rPr>
              <a:t>Conclusion</a:t>
            </a:r>
          </a:p>
        </p:txBody>
      </p:sp>
      <p:sp>
        <p:nvSpPr>
          <p:cNvPr name="TextBox 29" id="29"/>
          <p:cNvSpPr txBox="true"/>
          <p:nvPr/>
        </p:nvSpPr>
        <p:spPr>
          <a:xfrm rot="0">
            <a:off x="7505670" y="4581319"/>
            <a:ext cx="10101031" cy="5012055"/>
          </a:xfrm>
          <a:prstGeom prst="rect">
            <a:avLst/>
          </a:prstGeom>
        </p:spPr>
        <p:txBody>
          <a:bodyPr anchor="t" rtlCol="false" tIns="0" lIns="0" bIns="0" rIns="0">
            <a:spAutoFit/>
          </a:bodyPr>
          <a:lstStyle/>
          <a:p>
            <a:pPr algn="l" marL="0" indent="0" lvl="0">
              <a:lnSpc>
                <a:spcPts val="3300"/>
              </a:lnSpc>
            </a:pPr>
            <a:r>
              <a:rPr lang="en-US" sz="2200">
                <a:solidFill>
                  <a:srgbClr val="000000"/>
                </a:solidFill>
                <a:latin typeface="Cartograph Mono"/>
                <a:ea typeface="Cartograph Mono"/>
                <a:cs typeface="Cartograph Mono"/>
                <a:sym typeface="Cartograph Mono"/>
              </a:rPr>
              <a:t>The project optimizes container resource allocation across virtual machines using the Dragonfly Algorithm and an Actor-Critic Neural Network. By predicting container loads and minimizing transmission cost, energy consumption, and migration time, the model improves overall efficiency. The least loaded VM and container are identified, ensuring balanced resource utilization. Energy and cost savings are achieved through intelligent allocation. Visualization of fitness scores and resource metrics demonstrates performance improvements. Future enhancements could include real-world workload integration and scalability for larger cloud environments.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6F2F2"/>
        </a:solidFill>
      </p:bgPr>
    </p:bg>
    <p:spTree>
      <p:nvGrpSpPr>
        <p:cNvPr id="1" name=""/>
        <p:cNvGrpSpPr/>
        <p:nvPr/>
      </p:nvGrpSpPr>
      <p:grpSpPr>
        <a:xfrm>
          <a:off x="0" y="0"/>
          <a:ext cx="0" cy="0"/>
          <a:chOff x="0" y="0"/>
          <a:chExt cx="0" cy="0"/>
        </a:xfrm>
      </p:grpSpPr>
      <p:grpSp>
        <p:nvGrpSpPr>
          <p:cNvPr name="Group 2" id="2"/>
          <p:cNvGrpSpPr/>
          <p:nvPr/>
        </p:nvGrpSpPr>
        <p:grpSpPr>
          <a:xfrm rot="0">
            <a:off x="-1650892" y="8474914"/>
            <a:ext cx="7067550" cy="7067550"/>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AD486"/>
            </a:solidFill>
          </p:spPr>
        </p:sp>
      </p:grpSp>
      <p:grpSp>
        <p:nvGrpSpPr>
          <p:cNvPr name="Group 4" id="4"/>
          <p:cNvGrpSpPr/>
          <p:nvPr/>
        </p:nvGrpSpPr>
        <p:grpSpPr>
          <a:xfrm rot="0">
            <a:off x="666750" y="1469617"/>
            <a:ext cx="16954500" cy="8147896"/>
            <a:chOff x="0" y="0"/>
            <a:chExt cx="32818334" cy="15771645"/>
          </a:xfrm>
        </p:grpSpPr>
        <p:sp>
          <p:nvSpPr>
            <p:cNvPr name="Freeform 5" id="5"/>
            <p:cNvSpPr/>
            <p:nvPr/>
          </p:nvSpPr>
          <p:spPr>
            <a:xfrm flipH="false" flipV="false" rot="0">
              <a:off x="0" y="0"/>
              <a:ext cx="32818335" cy="15771645"/>
            </a:xfrm>
            <a:custGeom>
              <a:avLst/>
              <a:gdLst/>
              <a:ahLst/>
              <a:cxnLst/>
              <a:rect r="r" b="b" t="t" l="l"/>
              <a:pathLst>
                <a:path h="15771645" w="32818335">
                  <a:moveTo>
                    <a:pt x="0" y="0"/>
                  </a:moveTo>
                  <a:lnTo>
                    <a:pt x="0" y="15771645"/>
                  </a:lnTo>
                  <a:lnTo>
                    <a:pt x="32818335" y="15771645"/>
                  </a:lnTo>
                  <a:lnTo>
                    <a:pt x="32818335" y="0"/>
                  </a:lnTo>
                  <a:lnTo>
                    <a:pt x="0" y="0"/>
                  </a:lnTo>
                  <a:close/>
                  <a:moveTo>
                    <a:pt x="32757374" y="15710684"/>
                  </a:moveTo>
                  <a:lnTo>
                    <a:pt x="59690" y="15710684"/>
                  </a:lnTo>
                  <a:lnTo>
                    <a:pt x="59690" y="59690"/>
                  </a:lnTo>
                  <a:lnTo>
                    <a:pt x="32757374" y="59690"/>
                  </a:lnTo>
                  <a:lnTo>
                    <a:pt x="32757374" y="15710684"/>
                  </a:lnTo>
                  <a:close/>
                </a:path>
              </a:pathLst>
            </a:custGeom>
            <a:solidFill>
              <a:srgbClr val="000000"/>
            </a:solidFill>
          </p:spPr>
        </p:sp>
      </p:grpSp>
      <p:grpSp>
        <p:nvGrpSpPr>
          <p:cNvPr name="Group 6" id="6"/>
          <p:cNvGrpSpPr/>
          <p:nvPr/>
        </p:nvGrpSpPr>
        <p:grpSpPr>
          <a:xfrm rot="0">
            <a:off x="8032737" y="2663215"/>
            <a:ext cx="8556647" cy="6306139"/>
            <a:chOff x="0" y="0"/>
            <a:chExt cx="43344154" cy="31944084"/>
          </a:xfrm>
        </p:grpSpPr>
        <p:sp>
          <p:nvSpPr>
            <p:cNvPr name="Freeform 7" id="7"/>
            <p:cNvSpPr/>
            <p:nvPr/>
          </p:nvSpPr>
          <p:spPr>
            <a:xfrm flipH="false" flipV="false" rot="0">
              <a:off x="72390" y="72390"/>
              <a:ext cx="43199375" cy="31799305"/>
            </a:xfrm>
            <a:custGeom>
              <a:avLst/>
              <a:gdLst/>
              <a:ahLst/>
              <a:cxnLst/>
              <a:rect r="r" b="b" t="t" l="l"/>
              <a:pathLst>
                <a:path h="31799305" w="43199375">
                  <a:moveTo>
                    <a:pt x="0" y="0"/>
                  </a:moveTo>
                  <a:lnTo>
                    <a:pt x="43199375" y="0"/>
                  </a:lnTo>
                  <a:lnTo>
                    <a:pt x="43199375" y="31799305"/>
                  </a:lnTo>
                  <a:lnTo>
                    <a:pt x="0" y="31799305"/>
                  </a:lnTo>
                  <a:lnTo>
                    <a:pt x="0" y="0"/>
                  </a:lnTo>
                  <a:close/>
                </a:path>
              </a:pathLst>
            </a:custGeom>
            <a:solidFill>
              <a:srgbClr val="FFFFFF"/>
            </a:solidFill>
          </p:spPr>
        </p:sp>
        <p:sp>
          <p:nvSpPr>
            <p:cNvPr name="Freeform 8" id="8"/>
            <p:cNvSpPr/>
            <p:nvPr/>
          </p:nvSpPr>
          <p:spPr>
            <a:xfrm flipH="false" flipV="false" rot="0">
              <a:off x="0" y="0"/>
              <a:ext cx="43344154" cy="31944084"/>
            </a:xfrm>
            <a:custGeom>
              <a:avLst/>
              <a:gdLst/>
              <a:ahLst/>
              <a:cxnLst/>
              <a:rect r="r" b="b" t="t" l="l"/>
              <a:pathLst>
                <a:path h="31944084" w="43344154">
                  <a:moveTo>
                    <a:pt x="43199376" y="31799302"/>
                  </a:moveTo>
                  <a:lnTo>
                    <a:pt x="43344154" y="31799302"/>
                  </a:lnTo>
                  <a:lnTo>
                    <a:pt x="43344154" y="31944084"/>
                  </a:lnTo>
                  <a:lnTo>
                    <a:pt x="43199376" y="31944084"/>
                  </a:lnTo>
                  <a:lnTo>
                    <a:pt x="43199376" y="31799302"/>
                  </a:lnTo>
                  <a:close/>
                  <a:moveTo>
                    <a:pt x="0" y="144780"/>
                  </a:moveTo>
                  <a:lnTo>
                    <a:pt x="144780" y="144780"/>
                  </a:lnTo>
                  <a:lnTo>
                    <a:pt x="144780" y="31799302"/>
                  </a:lnTo>
                  <a:lnTo>
                    <a:pt x="0" y="31799302"/>
                  </a:lnTo>
                  <a:lnTo>
                    <a:pt x="0" y="144780"/>
                  </a:lnTo>
                  <a:close/>
                  <a:moveTo>
                    <a:pt x="0" y="31799302"/>
                  </a:moveTo>
                  <a:lnTo>
                    <a:pt x="144780" y="31799302"/>
                  </a:lnTo>
                  <a:lnTo>
                    <a:pt x="144780" y="31944084"/>
                  </a:lnTo>
                  <a:lnTo>
                    <a:pt x="0" y="31944084"/>
                  </a:lnTo>
                  <a:lnTo>
                    <a:pt x="0" y="31799302"/>
                  </a:lnTo>
                  <a:close/>
                  <a:moveTo>
                    <a:pt x="43199376" y="144780"/>
                  </a:moveTo>
                  <a:lnTo>
                    <a:pt x="43344154" y="144780"/>
                  </a:lnTo>
                  <a:lnTo>
                    <a:pt x="43344154" y="31799302"/>
                  </a:lnTo>
                  <a:lnTo>
                    <a:pt x="43199376" y="31799302"/>
                  </a:lnTo>
                  <a:lnTo>
                    <a:pt x="43199376" y="144780"/>
                  </a:lnTo>
                  <a:close/>
                  <a:moveTo>
                    <a:pt x="144780" y="31799302"/>
                  </a:moveTo>
                  <a:lnTo>
                    <a:pt x="43199376" y="31799302"/>
                  </a:lnTo>
                  <a:lnTo>
                    <a:pt x="43199376" y="31944084"/>
                  </a:lnTo>
                  <a:lnTo>
                    <a:pt x="144780" y="31944084"/>
                  </a:lnTo>
                  <a:lnTo>
                    <a:pt x="144780" y="31799302"/>
                  </a:lnTo>
                  <a:close/>
                  <a:moveTo>
                    <a:pt x="43199376" y="0"/>
                  </a:moveTo>
                  <a:lnTo>
                    <a:pt x="43344154" y="0"/>
                  </a:lnTo>
                  <a:lnTo>
                    <a:pt x="43344154" y="144780"/>
                  </a:lnTo>
                  <a:lnTo>
                    <a:pt x="43199376" y="144780"/>
                  </a:lnTo>
                  <a:lnTo>
                    <a:pt x="43199376" y="0"/>
                  </a:lnTo>
                  <a:close/>
                  <a:moveTo>
                    <a:pt x="0" y="0"/>
                  </a:moveTo>
                  <a:lnTo>
                    <a:pt x="144780" y="0"/>
                  </a:lnTo>
                  <a:lnTo>
                    <a:pt x="144780" y="144780"/>
                  </a:lnTo>
                  <a:lnTo>
                    <a:pt x="0" y="144780"/>
                  </a:lnTo>
                  <a:lnTo>
                    <a:pt x="0" y="0"/>
                  </a:lnTo>
                  <a:close/>
                  <a:moveTo>
                    <a:pt x="144780" y="0"/>
                  </a:moveTo>
                  <a:lnTo>
                    <a:pt x="43199376" y="0"/>
                  </a:lnTo>
                  <a:lnTo>
                    <a:pt x="43199376" y="144780"/>
                  </a:lnTo>
                  <a:lnTo>
                    <a:pt x="144780" y="144780"/>
                  </a:lnTo>
                  <a:lnTo>
                    <a:pt x="144780" y="0"/>
                  </a:lnTo>
                  <a:close/>
                </a:path>
              </a:pathLst>
            </a:custGeom>
            <a:solidFill>
              <a:srgbClr val="000000"/>
            </a:solidFill>
          </p:spPr>
        </p:sp>
      </p:grpSp>
      <p:grpSp>
        <p:nvGrpSpPr>
          <p:cNvPr name="Group 9" id="9"/>
          <p:cNvGrpSpPr/>
          <p:nvPr/>
        </p:nvGrpSpPr>
        <p:grpSpPr>
          <a:xfrm rot="0">
            <a:off x="666750" y="666750"/>
            <a:ext cx="16954500" cy="866314"/>
            <a:chOff x="0" y="0"/>
            <a:chExt cx="90918020" cy="4645584"/>
          </a:xfrm>
        </p:grpSpPr>
        <p:sp>
          <p:nvSpPr>
            <p:cNvPr name="Freeform 10" id="10"/>
            <p:cNvSpPr/>
            <p:nvPr/>
          </p:nvSpPr>
          <p:spPr>
            <a:xfrm flipH="false" flipV="false" rot="0">
              <a:off x="72390" y="72390"/>
              <a:ext cx="90773240" cy="4500805"/>
            </a:xfrm>
            <a:custGeom>
              <a:avLst/>
              <a:gdLst/>
              <a:ahLst/>
              <a:cxnLst/>
              <a:rect r="r" b="b" t="t" l="l"/>
              <a:pathLst>
                <a:path h="4500805" w="90773240">
                  <a:moveTo>
                    <a:pt x="0" y="0"/>
                  </a:moveTo>
                  <a:lnTo>
                    <a:pt x="90773240" y="0"/>
                  </a:lnTo>
                  <a:lnTo>
                    <a:pt x="90773240" y="4500805"/>
                  </a:lnTo>
                  <a:lnTo>
                    <a:pt x="0" y="4500805"/>
                  </a:lnTo>
                  <a:lnTo>
                    <a:pt x="0" y="0"/>
                  </a:lnTo>
                  <a:close/>
                </a:path>
              </a:pathLst>
            </a:custGeom>
            <a:solidFill>
              <a:srgbClr val="9DCED8"/>
            </a:solidFill>
          </p:spPr>
        </p:sp>
        <p:sp>
          <p:nvSpPr>
            <p:cNvPr name="Freeform 11" id="11"/>
            <p:cNvSpPr/>
            <p:nvPr/>
          </p:nvSpPr>
          <p:spPr>
            <a:xfrm flipH="false" flipV="false" rot="0">
              <a:off x="0" y="0"/>
              <a:ext cx="90918023" cy="4645584"/>
            </a:xfrm>
            <a:custGeom>
              <a:avLst/>
              <a:gdLst/>
              <a:ahLst/>
              <a:cxnLst/>
              <a:rect r="r" b="b" t="t" l="l"/>
              <a:pathLst>
                <a:path h="4645584" w="90918023">
                  <a:moveTo>
                    <a:pt x="90773238" y="4500804"/>
                  </a:moveTo>
                  <a:lnTo>
                    <a:pt x="90918023" y="4500804"/>
                  </a:lnTo>
                  <a:lnTo>
                    <a:pt x="90918023" y="4645584"/>
                  </a:lnTo>
                  <a:lnTo>
                    <a:pt x="90773238" y="4645584"/>
                  </a:lnTo>
                  <a:lnTo>
                    <a:pt x="90773238" y="4500804"/>
                  </a:lnTo>
                  <a:close/>
                  <a:moveTo>
                    <a:pt x="0" y="144780"/>
                  </a:moveTo>
                  <a:lnTo>
                    <a:pt x="144780" y="144780"/>
                  </a:lnTo>
                  <a:lnTo>
                    <a:pt x="144780" y="4500804"/>
                  </a:lnTo>
                  <a:lnTo>
                    <a:pt x="0" y="4500804"/>
                  </a:lnTo>
                  <a:lnTo>
                    <a:pt x="0" y="144780"/>
                  </a:lnTo>
                  <a:close/>
                  <a:moveTo>
                    <a:pt x="0" y="4500804"/>
                  </a:moveTo>
                  <a:lnTo>
                    <a:pt x="144780" y="4500804"/>
                  </a:lnTo>
                  <a:lnTo>
                    <a:pt x="144780" y="4645584"/>
                  </a:lnTo>
                  <a:lnTo>
                    <a:pt x="0" y="4645584"/>
                  </a:lnTo>
                  <a:lnTo>
                    <a:pt x="0" y="4500804"/>
                  </a:lnTo>
                  <a:close/>
                  <a:moveTo>
                    <a:pt x="90773238" y="144780"/>
                  </a:moveTo>
                  <a:lnTo>
                    <a:pt x="90918023" y="144780"/>
                  </a:lnTo>
                  <a:lnTo>
                    <a:pt x="90918023" y="4500804"/>
                  </a:lnTo>
                  <a:lnTo>
                    <a:pt x="90773238" y="4500804"/>
                  </a:lnTo>
                  <a:lnTo>
                    <a:pt x="90773238" y="144780"/>
                  </a:lnTo>
                  <a:close/>
                  <a:moveTo>
                    <a:pt x="144780" y="4500804"/>
                  </a:moveTo>
                  <a:lnTo>
                    <a:pt x="90773238" y="4500804"/>
                  </a:lnTo>
                  <a:lnTo>
                    <a:pt x="90773238" y="4645584"/>
                  </a:lnTo>
                  <a:lnTo>
                    <a:pt x="144780" y="4645584"/>
                  </a:lnTo>
                  <a:lnTo>
                    <a:pt x="144780" y="4500804"/>
                  </a:lnTo>
                  <a:close/>
                  <a:moveTo>
                    <a:pt x="90773238" y="0"/>
                  </a:moveTo>
                  <a:lnTo>
                    <a:pt x="90918023" y="0"/>
                  </a:lnTo>
                  <a:lnTo>
                    <a:pt x="90918023" y="144780"/>
                  </a:lnTo>
                  <a:lnTo>
                    <a:pt x="90773238" y="144780"/>
                  </a:lnTo>
                  <a:lnTo>
                    <a:pt x="90773238" y="0"/>
                  </a:lnTo>
                  <a:close/>
                  <a:moveTo>
                    <a:pt x="0" y="0"/>
                  </a:moveTo>
                  <a:lnTo>
                    <a:pt x="144780" y="0"/>
                  </a:lnTo>
                  <a:lnTo>
                    <a:pt x="144780" y="144780"/>
                  </a:lnTo>
                  <a:lnTo>
                    <a:pt x="0" y="144780"/>
                  </a:lnTo>
                  <a:lnTo>
                    <a:pt x="0" y="0"/>
                  </a:lnTo>
                  <a:close/>
                  <a:moveTo>
                    <a:pt x="144780" y="0"/>
                  </a:moveTo>
                  <a:lnTo>
                    <a:pt x="90773238" y="0"/>
                  </a:lnTo>
                  <a:lnTo>
                    <a:pt x="90773238" y="144780"/>
                  </a:lnTo>
                  <a:lnTo>
                    <a:pt x="144780" y="144780"/>
                  </a:lnTo>
                  <a:lnTo>
                    <a:pt x="144780" y="0"/>
                  </a:lnTo>
                  <a:close/>
                </a:path>
              </a:pathLst>
            </a:custGeom>
            <a:solidFill>
              <a:srgbClr val="000000"/>
            </a:solidFill>
          </p:spPr>
        </p:sp>
      </p:grpSp>
      <p:grpSp>
        <p:nvGrpSpPr>
          <p:cNvPr name="Group 12" id="12"/>
          <p:cNvGrpSpPr>
            <a:grpSpLocks noChangeAspect="true"/>
          </p:cNvGrpSpPr>
          <p:nvPr/>
        </p:nvGrpSpPr>
        <p:grpSpPr>
          <a:xfrm rot="0">
            <a:off x="1219200" y="959306"/>
            <a:ext cx="281202" cy="281202"/>
            <a:chOff x="0" y="0"/>
            <a:chExt cx="495300" cy="495300"/>
          </a:xfrm>
        </p:grpSpPr>
        <p:sp>
          <p:nvSpPr>
            <p:cNvPr name="Freeform 13" id="13"/>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4" id="14"/>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4B9B7"/>
            </a:solidFill>
          </p:spPr>
        </p:sp>
      </p:grpSp>
      <p:grpSp>
        <p:nvGrpSpPr>
          <p:cNvPr name="Group 15" id="15"/>
          <p:cNvGrpSpPr>
            <a:grpSpLocks noChangeAspect="true"/>
          </p:cNvGrpSpPr>
          <p:nvPr/>
        </p:nvGrpSpPr>
        <p:grpSpPr>
          <a:xfrm rot="0">
            <a:off x="1742282" y="959306"/>
            <a:ext cx="281202" cy="281202"/>
            <a:chOff x="0" y="0"/>
            <a:chExt cx="495300" cy="495300"/>
          </a:xfrm>
        </p:grpSpPr>
        <p:sp>
          <p:nvSpPr>
            <p:cNvPr name="Freeform 16" id="16"/>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17" id="17"/>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EAD486"/>
            </a:solidFill>
          </p:spPr>
        </p:sp>
      </p:grpSp>
      <p:grpSp>
        <p:nvGrpSpPr>
          <p:cNvPr name="Group 18" id="18"/>
          <p:cNvGrpSpPr>
            <a:grpSpLocks noChangeAspect="true"/>
          </p:cNvGrpSpPr>
          <p:nvPr/>
        </p:nvGrpSpPr>
        <p:grpSpPr>
          <a:xfrm rot="0">
            <a:off x="2265364" y="959306"/>
            <a:ext cx="281202" cy="281202"/>
            <a:chOff x="0" y="0"/>
            <a:chExt cx="495300" cy="495300"/>
          </a:xfrm>
        </p:grpSpPr>
        <p:sp>
          <p:nvSpPr>
            <p:cNvPr name="Freeform 19" id="19"/>
            <p:cNvSpPr/>
            <p:nvPr/>
          </p:nvSpPr>
          <p:spPr>
            <a:xfrm flipH="false" flipV="false" rot="0">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000000"/>
            </a:solidFill>
          </p:spPr>
        </p:sp>
        <p:sp>
          <p:nvSpPr>
            <p:cNvPr name="Freeform 20" id="20"/>
            <p:cNvSpPr/>
            <p:nvPr/>
          </p:nvSpPr>
          <p:spPr>
            <a:xfrm flipH="false" flipV="false" rot="0">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CAE4BA"/>
            </a:solidFill>
          </p:spPr>
        </p:sp>
      </p:grpSp>
      <p:sp>
        <p:nvSpPr>
          <p:cNvPr name="Freeform 21" id="21"/>
          <p:cNvSpPr/>
          <p:nvPr/>
        </p:nvSpPr>
        <p:spPr>
          <a:xfrm flipH="false" flipV="false" rot="0">
            <a:off x="16759710" y="945362"/>
            <a:ext cx="309090" cy="309090"/>
          </a:xfrm>
          <a:custGeom>
            <a:avLst/>
            <a:gdLst/>
            <a:ahLst/>
            <a:cxnLst/>
            <a:rect r="r" b="b" t="t" l="l"/>
            <a:pathLst>
              <a:path h="309090" w="309090">
                <a:moveTo>
                  <a:pt x="0" y="0"/>
                </a:moveTo>
                <a:lnTo>
                  <a:pt x="309090" y="0"/>
                </a:lnTo>
                <a:lnTo>
                  <a:pt x="309090" y="309090"/>
                </a:lnTo>
                <a:lnTo>
                  <a:pt x="0" y="3090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2" id="22"/>
          <p:cNvGrpSpPr/>
          <p:nvPr/>
        </p:nvGrpSpPr>
        <p:grpSpPr>
          <a:xfrm rot="0">
            <a:off x="16564897" y="2450584"/>
            <a:ext cx="408653" cy="5917465"/>
            <a:chOff x="0" y="0"/>
            <a:chExt cx="2070053" cy="29975236"/>
          </a:xfrm>
        </p:grpSpPr>
        <p:sp>
          <p:nvSpPr>
            <p:cNvPr name="Freeform 23" id="23"/>
            <p:cNvSpPr/>
            <p:nvPr/>
          </p:nvSpPr>
          <p:spPr>
            <a:xfrm flipH="false" flipV="false" rot="0">
              <a:off x="72390" y="72390"/>
              <a:ext cx="1925274" cy="29830458"/>
            </a:xfrm>
            <a:custGeom>
              <a:avLst/>
              <a:gdLst/>
              <a:ahLst/>
              <a:cxnLst/>
              <a:rect r="r" b="b" t="t" l="l"/>
              <a:pathLst>
                <a:path h="29830458" w="1925274">
                  <a:moveTo>
                    <a:pt x="0" y="0"/>
                  </a:moveTo>
                  <a:lnTo>
                    <a:pt x="1925274" y="0"/>
                  </a:lnTo>
                  <a:lnTo>
                    <a:pt x="1925274" y="29830458"/>
                  </a:lnTo>
                  <a:lnTo>
                    <a:pt x="0" y="29830458"/>
                  </a:lnTo>
                  <a:lnTo>
                    <a:pt x="0" y="0"/>
                  </a:lnTo>
                  <a:close/>
                </a:path>
              </a:pathLst>
            </a:custGeom>
            <a:solidFill>
              <a:srgbClr val="CAE4BA"/>
            </a:solidFill>
          </p:spPr>
        </p:sp>
        <p:sp>
          <p:nvSpPr>
            <p:cNvPr name="Freeform 24" id="24"/>
            <p:cNvSpPr/>
            <p:nvPr/>
          </p:nvSpPr>
          <p:spPr>
            <a:xfrm flipH="false" flipV="false" rot="0">
              <a:off x="0" y="0"/>
              <a:ext cx="2070053" cy="29975237"/>
            </a:xfrm>
            <a:custGeom>
              <a:avLst/>
              <a:gdLst/>
              <a:ahLst/>
              <a:cxnLst/>
              <a:rect r="r" b="b" t="t" l="l"/>
              <a:pathLst>
                <a:path h="29975237" w="2070053">
                  <a:moveTo>
                    <a:pt x="1925273" y="29830455"/>
                  </a:moveTo>
                  <a:lnTo>
                    <a:pt x="2070053" y="29830455"/>
                  </a:lnTo>
                  <a:lnTo>
                    <a:pt x="2070053" y="29975237"/>
                  </a:lnTo>
                  <a:lnTo>
                    <a:pt x="1925273" y="29975237"/>
                  </a:lnTo>
                  <a:lnTo>
                    <a:pt x="1925273" y="29830455"/>
                  </a:lnTo>
                  <a:close/>
                  <a:moveTo>
                    <a:pt x="0" y="144780"/>
                  </a:moveTo>
                  <a:lnTo>
                    <a:pt x="144780" y="144780"/>
                  </a:lnTo>
                  <a:lnTo>
                    <a:pt x="144780" y="29830455"/>
                  </a:lnTo>
                  <a:lnTo>
                    <a:pt x="0" y="29830455"/>
                  </a:lnTo>
                  <a:lnTo>
                    <a:pt x="0" y="144780"/>
                  </a:lnTo>
                  <a:close/>
                  <a:moveTo>
                    <a:pt x="0" y="29830455"/>
                  </a:moveTo>
                  <a:lnTo>
                    <a:pt x="144780" y="29830455"/>
                  </a:lnTo>
                  <a:lnTo>
                    <a:pt x="144780" y="29975237"/>
                  </a:lnTo>
                  <a:lnTo>
                    <a:pt x="0" y="29975237"/>
                  </a:lnTo>
                  <a:lnTo>
                    <a:pt x="0" y="29830455"/>
                  </a:lnTo>
                  <a:close/>
                  <a:moveTo>
                    <a:pt x="1925273" y="144780"/>
                  </a:moveTo>
                  <a:lnTo>
                    <a:pt x="2070053" y="144780"/>
                  </a:lnTo>
                  <a:lnTo>
                    <a:pt x="2070053" y="29830455"/>
                  </a:lnTo>
                  <a:lnTo>
                    <a:pt x="1925273" y="29830455"/>
                  </a:lnTo>
                  <a:lnTo>
                    <a:pt x="1925273" y="144780"/>
                  </a:lnTo>
                  <a:close/>
                  <a:moveTo>
                    <a:pt x="144780" y="29830455"/>
                  </a:moveTo>
                  <a:lnTo>
                    <a:pt x="1925273" y="29830455"/>
                  </a:lnTo>
                  <a:lnTo>
                    <a:pt x="1925273" y="29975237"/>
                  </a:lnTo>
                  <a:lnTo>
                    <a:pt x="144780" y="29975237"/>
                  </a:lnTo>
                  <a:lnTo>
                    <a:pt x="144780" y="29830455"/>
                  </a:lnTo>
                  <a:close/>
                  <a:moveTo>
                    <a:pt x="1925273" y="0"/>
                  </a:moveTo>
                  <a:lnTo>
                    <a:pt x="2070053" y="0"/>
                  </a:lnTo>
                  <a:lnTo>
                    <a:pt x="2070053" y="144780"/>
                  </a:lnTo>
                  <a:lnTo>
                    <a:pt x="1925273" y="144780"/>
                  </a:lnTo>
                  <a:lnTo>
                    <a:pt x="1925273" y="0"/>
                  </a:lnTo>
                  <a:close/>
                  <a:moveTo>
                    <a:pt x="0" y="0"/>
                  </a:moveTo>
                  <a:lnTo>
                    <a:pt x="144780" y="0"/>
                  </a:lnTo>
                  <a:lnTo>
                    <a:pt x="144780" y="144780"/>
                  </a:lnTo>
                  <a:lnTo>
                    <a:pt x="0" y="144780"/>
                  </a:lnTo>
                  <a:lnTo>
                    <a:pt x="0" y="0"/>
                  </a:lnTo>
                  <a:close/>
                  <a:moveTo>
                    <a:pt x="144780" y="0"/>
                  </a:moveTo>
                  <a:lnTo>
                    <a:pt x="1925273" y="0"/>
                  </a:lnTo>
                  <a:lnTo>
                    <a:pt x="1925273" y="144780"/>
                  </a:lnTo>
                  <a:lnTo>
                    <a:pt x="144780" y="144780"/>
                  </a:lnTo>
                  <a:lnTo>
                    <a:pt x="144780" y="0"/>
                  </a:lnTo>
                  <a:close/>
                </a:path>
              </a:pathLst>
            </a:custGeom>
            <a:solidFill>
              <a:srgbClr val="000000"/>
            </a:solidFill>
          </p:spPr>
        </p:sp>
      </p:grpSp>
      <p:grpSp>
        <p:nvGrpSpPr>
          <p:cNvPr name="Group 25" id="25"/>
          <p:cNvGrpSpPr/>
          <p:nvPr/>
        </p:nvGrpSpPr>
        <p:grpSpPr>
          <a:xfrm rot="0">
            <a:off x="16564897" y="7881728"/>
            <a:ext cx="408653" cy="1087625"/>
            <a:chOff x="0" y="0"/>
            <a:chExt cx="2070053" cy="5509425"/>
          </a:xfrm>
        </p:grpSpPr>
        <p:sp>
          <p:nvSpPr>
            <p:cNvPr name="Freeform 26" id="26"/>
            <p:cNvSpPr/>
            <p:nvPr/>
          </p:nvSpPr>
          <p:spPr>
            <a:xfrm flipH="false" flipV="false" rot="0">
              <a:off x="72390" y="72390"/>
              <a:ext cx="1925274" cy="5364645"/>
            </a:xfrm>
            <a:custGeom>
              <a:avLst/>
              <a:gdLst/>
              <a:ahLst/>
              <a:cxnLst/>
              <a:rect r="r" b="b" t="t" l="l"/>
              <a:pathLst>
                <a:path h="5364645" w="1925274">
                  <a:moveTo>
                    <a:pt x="0" y="0"/>
                  </a:moveTo>
                  <a:lnTo>
                    <a:pt x="1925274" y="0"/>
                  </a:lnTo>
                  <a:lnTo>
                    <a:pt x="1925274" y="5364645"/>
                  </a:lnTo>
                  <a:lnTo>
                    <a:pt x="0" y="5364645"/>
                  </a:lnTo>
                  <a:lnTo>
                    <a:pt x="0" y="0"/>
                  </a:lnTo>
                  <a:close/>
                </a:path>
              </a:pathLst>
            </a:custGeom>
            <a:solidFill>
              <a:srgbClr val="E4B9B7"/>
            </a:solidFill>
          </p:spPr>
        </p:sp>
        <p:sp>
          <p:nvSpPr>
            <p:cNvPr name="Freeform 27" id="27"/>
            <p:cNvSpPr/>
            <p:nvPr/>
          </p:nvSpPr>
          <p:spPr>
            <a:xfrm flipH="false" flipV="false" rot="0">
              <a:off x="0" y="0"/>
              <a:ext cx="2070053" cy="5509425"/>
            </a:xfrm>
            <a:custGeom>
              <a:avLst/>
              <a:gdLst/>
              <a:ahLst/>
              <a:cxnLst/>
              <a:rect r="r" b="b" t="t" l="l"/>
              <a:pathLst>
                <a:path h="5509425" w="2070053">
                  <a:moveTo>
                    <a:pt x="1925273" y="5364645"/>
                  </a:moveTo>
                  <a:lnTo>
                    <a:pt x="2070053" y="5364645"/>
                  </a:lnTo>
                  <a:lnTo>
                    <a:pt x="2070053" y="5509425"/>
                  </a:lnTo>
                  <a:lnTo>
                    <a:pt x="1925273" y="5509425"/>
                  </a:lnTo>
                  <a:lnTo>
                    <a:pt x="1925273" y="5364645"/>
                  </a:lnTo>
                  <a:close/>
                  <a:moveTo>
                    <a:pt x="0" y="144780"/>
                  </a:moveTo>
                  <a:lnTo>
                    <a:pt x="144780" y="144780"/>
                  </a:lnTo>
                  <a:lnTo>
                    <a:pt x="144780" y="5364645"/>
                  </a:lnTo>
                  <a:lnTo>
                    <a:pt x="0" y="5364645"/>
                  </a:lnTo>
                  <a:lnTo>
                    <a:pt x="0" y="144780"/>
                  </a:lnTo>
                  <a:close/>
                  <a:moveTo>
                    <a:pt x="0" y="5364645"/>
                  </a:moveTo>
                  <a:lnTo>
                    <a:pt x="144780" y="5364645"/>
                  </a:lnTo>
                  <a:lnTo>
                    <a:pt x="144780" y="5509425"/>
                  </a:lnTo>
                  <a:lnTo>
                    <a:pt x="0" y="5509425"/>
                  </a:lnTo>
                  <a:lnTo>
                    <a:pt x="0" y="5364645"/>
                  </a:lnTo>
                  <a:close/>
                  <a:moveTo>
                    <a:pt x="1925273" y="144780"/>
                  </a:moveTo>
                  <a:lnTo>
                    <a:pt x="2070053" y="144780"/>
                  </a:lnTo>
                  <a:lnTo>
                    <a:pt x="2070053" y="5364645"/>
                  </a:lnTo>
                  <a:lnTo>
                    <a:pt x="1925273" y="5364645"/>
                  </a:lnTo>
                  <a:lnTo>
                    <a:pt x="1925273" y="144780"/>
                  </a:lnTo>
                  <a:close/>
                  <a:moveTo>
                    <a:pt x="144780" y="5364645"/>
                  </a:moveTo>
                  <a:lnTo>
                    <a:pt x="1925273" y="5364645"/>
                  </a:lnTo>
                  <a:lnTo>
                    <a:pt x="1925273" y="5509425"/>
                  </a:lnTo>
                  <a:lnTo>
                    <a:pt x="144780" y="5509425"/>
                  </a:lnTo>
                  <a:lnTo>
                    <a:pt x="144780" y="5364645"/>
                  </a:lnTo>
                  <a:close/>
                  <a:moveTo>
                    <a:pt x="1925273" y="0"/>
                  </a:moveTo>
                  <a:lnTo>
                    <a:pt x="2070053" y="0"/>
                  </a:lnTo>
                  <a:lnTo>
                    <a:pt x="2070053" y="144780"/>
                  </a:lnTo>
                  <a:lnTo>
                    <a:pt x="1925273" y="144780"/>
                  </a:lnTo>
                  <a:lnTo>
                    <a:pt x="1925273" y="0"/>
                  </a:lnTo>
                  <a:close/>
                  <a:moveTo>
                    <a:pt x="0" y="0"/>
                  </a:moveTo>
                  <a:lnTo>
                    <a:pt x="144780" y="0"/>
                  </a:lnTo>
                  <a:lnTo>
                    <a:pt x="144780" y="144780"/>
                  </a:lnTo>
                  <a:lnTo>
                    <a:pt x="0" y="144780"/>
                  </a:lnTo>
                  <a:lnTo>
                    <a:pt x="0" y="0"/>
                  </a:lnTo>
                  <a:close/>
                  <a:moveTo>
                    <a:pt x="144780" y="0"/>
                  </a:moveTo>
                  <a:lnTo>
                    <a:pt x="1925273" y="0"/>
                  </a:lnTo>
                  <a:lnTo>
                    <a:pt x="1925273" y="144780"/>
                  </a:lnTo>
                  <a:lnTo>
                    <a:pt x="144780" y="144780"/>
                  </a:lnTo>
                  <a:lnTo>
                    <a:pt x="144780" y="0"/>
                  </a:lnTo>
                  <a:close/>
                </a:path>
              </a:pathLst>
            </a:custGeom>
            <a:solidFill>
              <a:srgbClr val="000000"/>
            </a:solidFill>
          </p:spPr>
        </p:sp>
      </p:grpSp>
      <p:sp>
        <p:nvSpPr>
          <p:cNvPr name="Freeform 28" id="28"/>
          <p:cNvSpPr/>
          <p:nvPr/>
        </p:nvSpPr>
        <p:spPr>
          <a:xfrm flipH="false" flipV="false" rot="-5400000">
            <a:off x="16691917" y="8011063"/>
            <a:ext cx="179101" cy="268819"/>
          </a:xfrm>
          <a:custGeom>
            <a:avLst/>
            <a:gdLst/>
            <a:ahLst/>
            <a:cxnLst/>
            <a:rect r="r" b="b" t="t" l="l"/>
            <a:pathLst>
              <a:path h="268819" w="179101">
                <a:moveTo>
                  <a:pt x="0" y="0"/>
                </a:moveTo>
                <a:lnTo>
                  <a:pt x="179100" y="0"/>
                </a:lnTo>
                <a:lnTo>
                  <a:pt x="179100" y="268819"/>
                </a:lnTo>
                <a:lnTo>
                  <a:pt x="0" y="2688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9" id="29"/>
          <p:cNvSpPr/>
          <p:nvPr/>
        </p:nvSpPr>
        <p:spPr>
          <a:xfrm flipH="true" flipV="false" rot="-5400000">
            <a:off x="16691917" y="8571200"/>
            <a:ext cx="179101" cy="268819"/>
          </a:xfrm>
          <a:custGeom>
            <a:avLst/>
            <a:gdLst/>
            <a:ahLst/>
            <a:cxnLst/>
            <a:rect r="r" b="b" t="t" l="l"/>
            <a:pathLst>
              <a:path h="268819" w="179101">
                <a:moveTo>
                  <a:pt x="179100" y="0"/>
                </a:moveTo>
                <a:lnTo>
                  <a:pt x="0" y="0"/>
                </a:lnTo>
                <a:lnTo>
                  <a:pt x="0" y="268819"/>
                </a:lnTo>
                <a:lnTo>
                  <a:pt x="179100" y="268819"/>
                </a:lnTo>
                <a:lnTo>
                  <a:pt x="17910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30" id="30"/>
          <p:cNvSpPr/>
          <p:nvPr/>
        </p:nvSpPr>
        <p:spPr>
          <a:xfrm rot="0">
            <a:off x="16589384" y="8409217"/>
            <a:ext cx="355600" cy="0"/>
          </a:xfrm>
          <a:prstGeom prst="line">
            <a:avLst/>
          </a:prstGeom>
          <a:ln cap="flat" w="28575">
            <a:solidFill>
              <a:srgbClr val="000000"/>
            </a:solidFill>
            <a:prstDash val="solid"/>
            <a:headEnd type="none" len="sm" w="sm"/>
            <a:tailEnd type="none" len="sm" w="sm"/>
          </a:ln>
        </p:spPr>
      </p:sp>
      <p:grpSp>
        <p:nvGrpSpPr>
          <p:cNvPr name="Group 31" id="31"/>
          <p:cNvGrpSpPr/>
          <p:nvPr/>
        </p:nvGrpSpPr>
        <p:grpSpPr>
          <a:xfrm rot="0">
            <a:off x="8032737" y="2180401"/>
            <a:ext cx="8940813" cy="522382"/>
            <a:chOff x="0" y="0"/>
            <a:chExt cx="45290167" cy="2646154"/>
          </a:xfrm>
        </p:grpSpPr>
        <p:sp>
          <p:nvSpPr>
            <p:cNvPr name="Freeform 32" id="32"/>
            <p:cNvSpPr/>
            <p:nvPr/>
          </p:nvSpPr>
          <p:spPr>
            <a:xfrm flipH="false" flipV="false" rot="0">
              <a:off x="72390" y="72390"/>
              <a:ext cx="45145386" cy="2501374"/>
            </a:xfrm>
            <a:custGeom>
              <a:avLst/>
              <a:gdLst/>
              <a:ahLst/>
              <a:cxnLst/>
              <a:rect r="r" b="b" t="t" l="l"/>
              <a:pathLst>
                <a:path h="2501374" w="45145386">
                  <a:moveTo>
                    <a:pt x="0" y="0"/>
                  </a:moveTo>
                  <a:lnTo>
                    <a:pt x="45145386" y="0"/>
                  </a:lnTo>
                  <a:lnTo>
                    <a:pt x="45145386" y="2501374"/>
                  </a:lnTo>
                  <a:lnTo>
                    <a:pt x="0" y="2501374"/>
                  </a:lnTo>
                  <a:lnTo>
                    <a:pt x="0" y="0"/>
                  </a:lnTo>
                  <a:close/>
                </a:path>
              </a:pathLst>
            </a:custGeom>
            <a:solidFill>
              <a:srgbClr val="E4B9B7"/>
            </a:solidFill>
          </p:spPr>
        </p:sp>
        <p:sp>
          <p:nvSpPr>
            <p:cNvPr name="Freeform 33" id="33"/>
            <p:cNvSpPr/>
            <p:nvPr/>
          </p:nvSpPr>
          <p:spPr>
            <a:xfrm flipH="false" flipV="false" rot="0">
              <a:off x="0" y="0"/>
              <a:ext cx="45290166" cy="2646154"/>
            </a:xfrm>
            <a:custGeom>
              <a:avLst/>
              <a:gdLst/>
              <a:ahLst/>
              <a:cxnLst/>
              <a:rect r="r" b="b" t="t" l="l"/>
              <a:pathLst>
                <a:path h="2646154" w="45290166">
                  <a:moveTo>
                    <a:pt x="45145387" y="2501374"/>
                  </a:moveTo>
                  <a:lnTo>
                    <a:pt x="45290166" y="2501374"/>
                  </a:lnTo>
                  <a:lnTo>
                    <a:pt x="45290166" y="2646154"/>
                  </a:lnTo>
                  <a:lnTo>
                    <a:pt x="45145387" y="2646154"/>
                  </a:lnTo>
                  <a:lnTo>
                    <a:pt x="45145387" y="2501374"/>
                  </a:lnTo>
                  <a:close/>
                  <a:moveTo>
                    <a:pt x="0" y="144780"/>
                  </a:moveTo>
                  <a:lnTo>
                    <a:pt x="144780" y="144780"/>
                  </a:lnTo>
                  <a:lnTo>
                    <a:pt x="144780" y="2501374"/>
                  </a:lnTo>
                  <a:lnTo>
                    <a:pt x="0" y="2501374"/>
                  </a:lnTo>
                  <a:lnTo>
                    <a:pt x="0" y="144780"/>
                  </a:lnTo>
                  <a:close/>
                  <a:moveTo>
                    <a:pt x="0" y="2501374"/>
                  </a:moveTo>
                  <a:lnTo>
                    <a:pt x="144780" y="2501374"/>
                  </a:lnTo>
                  <a:lnTo>
                    <a:pt x="144780" y="2646154"/>
                  </a:lnTo>
                  <a:lnTo>
                    <a:pt x="0" y="2646154"/>
                  </a:lnTo>
                  <a:lnTo>
                    <a:pt x="0" y="2501374"/>
                  </a:lnTo>
                  <a:close/>
                  <a:moveTo>
                    <a:pt x="45145387" y="144780"/>
                  </a:moveTo>
                  <a:lnTo>
                    <a:pt x="45290166" y="144780"/>
                  </a:lnTo>
                  <a:lnTo>
                    <a:pt x="45290166" y="2501374"/>
                  </a:lnTo>
                  <a:lnTo>
                    <a:pt x="45145387" y="2501374"/>
                  </a:lnTo>
                  <a:lnTo>
                    <a:pt x="45145387" y="144780"/>
                  </a:lnTo>
                  <a:close/>
                  <a:moveTo>
                    <a:pt x="144780" y="2501374"/>
                  </a:moveTo>
                  <a:lnTo>
                    <a:pt x="45145387" y="2501374"/>
                  </a:lnTo>
                  <a:lnTo>
                    <a:pt x="45145387" y="2646154"/>
                  </a:lnTo>
                  <a:lnTo>
                    <a:pt x="144780" y="2646154"/>
                  </a:lnTo>
                  <a:lnTo>
                    <a:pt x="144780" y="2501374"/>
                  </a:lnTo>
                  <a:close/>
                  <a:moveTo>
                    <a:pt x="45145387" y="0"/>
                  </a:moveTo>
                  <a:lnTo>
                    <a:pt x="45290166" y="0"/>
                  </a:lnTo>
                  <a:lnTo>
                    <a:pt x="45290166" y="144780"/>
                  </a:lnTo>
                  <a:lnTo>
                    <a:pt x="45145387" y="144780"/>
                  </a:lnTo>
                  <a:lnTo>
                    <a:pt x="45145387" y="0"/>
                  </a:lnTo>
                  <a:close/>
                  <a:moveTo>
                    <a:pt x="0" y="0"/>
                  </a:moveTo>
                  <a:lnTo>
                    <a:pt x="144780" y="0"/>
                  </a:lnTo>
                  <a:lnTo>
                    <a:pt x="144780" y="144780"/>
                  </a:lnTo>
                  <a:lnTo>
                    <a:pt x="0" y="144780"/>
                  </a:lnTo>
                  <a:lnTo>
                    <a:pt x="0" y="0"/>
                  </a:lnTo>
                  <a:close/>
                  <a:moveTo>
                    <a:pt x="144780" y="0"/>
                  </a:moveTo>
                  <a:lnTo>
                    <a:pt x="45145387" y="0"/>
                  </a:lnTo>
                  <a:lnTo>
                    <a:pt x="45145387" y="144780"/>
                  </a:lnTo>
                  <a:lnTo>
                    <a:pt x="144780" y="144780"/>
                  </a:lnTo>
                  <a:lnTo>
                    <a:pt x="144780" y="0"/>
                  </a:lnTo>
                  <a:close/>
                </a:path>
              </a:pathLst>
            </a:custGeom>
            <a:solidFill>
              <a:srgbClr val="000000"/>
            </a:solidFill>
          </p:spPr>
        </p:sp>
      </p:grpSp>
      <p:sp>
        <p:nvSpPr>
          <p:cNvPr name="Freeform 34" id="34"/>
          <p:cNvSpPr/>
          <p:nvPr/>
        </p:nvSpPr>
        <p:spPr>
          <a:xfrm flipH="false" flipV="false" rot="0">
            <a:off x="16564897" y="2309827"/>
            <a:ext cx="263530" cy="263530"/>
          </a:xfrm>
          <a:custGeom>
            <a:avLst/>
            <a:gdLst/>
            <a:ahLst/>
            <a:cxnLst/>
            <a:rect r="r" b="b" t="t" l="l"/>
            <a:pathLst>
              <a:path h="263530" w="263530">
                <a:moveTo>
                  <a:pt x="0" y="0"/>
                </a:moveTo>
                <a:lnTo>
                  <a:pt x="263530" y="0"/>
                </a:lnTo>
                <a:lnTo>
                  <a:pt x="263530" y="263529"/>
                </a:lnTo>
                <a:lnTo>
                  <a:pt x="0" y="2635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5" id="35"/>
          <p:cNvGrpSpPr/>
          <p:nvPr/>
        </p:nvGrpSpPr>
        <p:grpSpPr>
          <a:xfrm rot="0">
            <a:off x="8897235" y="3202941"/>
            <a:ext cx="7386399" cy="3052121"/>
            <a:chOff x="0" y="0"/>
            <a:chExt cx="9782593" cy="4042248"/>
          </a:xfrm>
        </p:grpSpPr>
        <p:sp>
          <p:nvSpPr>
            <p:cNvPr name="Freeform 36" id="36"/>
            <p:cNvSpPr/>
            <p:nvPr/>
          </p:nvSpPr>
          <p:spPr>
            <a:xfrm flipH="false" flipV="false" rot="0">
              <a:off x="0" y="0"/>
              <a:ext cx="9782593" cy="4141308"/>
            </a:xfrm>
            <a:custGeom>
              <a:avLst/>
              <a:gdLst/>
              <a:ahLst/>
              <a:cxnLst/>
              <a:rect r="r" b="b" t="t" l="l"/>
              <a:pathLst>
                <a:path h="4141308" w="9782593">
                  <a:moveTo>
                    <a:pt x="9160293" y="3571078"/>
                  </a:moveTo>
                  <a:cubicBezTo>
                    <a:pt x="9160293" y="3564728"/>
                    <a:pt x="9161562" y="3559648"/>
                    <a:pt x="9161562" y="3552028"/>
                  </a:cubicBezTo>
                  <a:lnTo>
                    <a:pt x="9161562" y="490220"/>
                  </a:lnTo>
                  <a:cubicBezTo>
                    <a:pt x="9161562" y="220980"/>
                    <a:pt x="8952012" y="0"/>
                    <a:pt x="8695472" y="0"/>
                  </a:cubicBezTo>
                  <a:lnTo>
                    <a:pt x="467360" y="0"/>
                  </a:lnTo>
                  <a:cubicBezTo>
                    <a:pt x="210820" y="0"/>
                    <a:pt x="0" y="220980"/>
                    <a:pt x="0" y="490220"/>
                  </a:cubicBezTo>
                  <a:lnTo>
                    <a:pt x="0" y="3552028"/>
                  </a:lnTo>
                  <a:cubicBezTo>
                    <a:pt x="0" y="3821268"/>
                    <a:pt x="209550" y="4042248"/>
                    <a:pt x="466090" y="4042248"/>
                  </a:cubicBezTo>
                  <a:lnTo>
                    <a:pt x="8694203" y="4042248"/>
                  </a:lnTo>
                  <a:cubicBezTo>
                    <a:pt x="8807232" y="4042248"/>
                    <a:pt x="8911372" y="3999068"/>
                    <a:pt x="8991382" y="3929218"/>
                  </a:cubicBezTo>
                  <a:cubicBezTo>
                    <a:pt x="9122192" y="4000338"/>
                    <a:pt x="9434612" y="4141308"/>
                    <a:pt x="9781322" y="3934298"/>
                  </a:cubicBezTo>
                  <a:cubicBezTo>
                    <a:pt x="9782593" y="3934298"/>
                    <a:pt x="9470172" y="3935568"/>
                    <a:pt x="9160293" y="3571078"/>
                  </a:cubicBezTo>
                  <a:close/>
                </a:path>
              </a:pathLst>
            </a:custGeom>
            <a:solidFill>
              <a:srgbClr val="EAD486"/>
            </a:solidFill>
          </p:spPr>
        </p:sp>
      </p:grpSp>
      <p:grpSp>
        <p:nvGrpSpPr>
          <p:cNvPr name="Group 37" id="37"/>
          <p:cNvGrpSpPr/>
          <p:nvPr/>
        </p:nvGrpSpPr>
        <p:grpSpPr>
          <a:xfrm rot="0">
            <a:off x="8204187" y="7796528"/>
            <a:ext cx="8193747" cy="998632"/>
            <a:chOff x="0" y="0"/>
            <a:chExt cx="41505865" cy="5058624"/>
          </a:xfrm>
        </p:grpSpPr>
        <p:sp>
          <p:nvSpPr>
            <p:cNvPr name="Freeform 38" id="38"/>
            <p:cNvSpPr/>
            <p:nvPr/>
          </p:nvSpPr>
          <p:spPr>
            <a:xfrm flipH="false" flipV="false" rot="0">
              <a:off x="72390" y="72390"/>
              <a:ext cx="41361087" cy="4913844"/>
            </a:xfrm>
            <a:custGeom>
              <a:avLst/>
              <a:gdLst/>
              <a:ahLst/>
              <a:cxnLst/>
              <a:rect r="r" b="b" t="t" l="l"/>
              <a:pathLst>
                <a:path h="4913844" w="41361087">
                  <a:moveTo>
                    <a:pt x="0" y="0"/>
                  </a:moveTo>
                  <a:lnTo>
                    <a:pt x="41361087" y="0"/>
                  </a:lnTo>
                  <a:lnTo>
                    <a:pt x="41361087" y="4913844"/>
                  </a:lnTo>
                  <a:lnTo>
                    <a:pt x="0" y="4913844"/>
                  </a:lnTo>
                  <a:lnTo>
                    <a:pt x="0" y="0"/>
                  </a:lnTo>
                  <a:close/>
                </a:path>
              </a:pathLst>
            </a:custGeom>
            <a:solidFill>
              <a:srgbClr val="FFEBE3"/>
            </a:solidFill>
          </p:spPr>
        </p:sp>
        <p:sp>
          <p:nvSpPr>
            <p:cNvPr name="Freeform 39" id="39"/>
            <p:cNvSpPr/>
            <p:nvPr/>
          </p:nvSpPr>
          <p:spPr>
            <a:xfrm flipH="false" flipV="false" rot="0">
              <a:off x="0" y="0"/>
              <a:ext cx="41505867" cy="5058624"/>
            </a:xfrm>
            <a:custGeom>
              <a:avLst/>
              <a:gdLst/>
              <a:ahLst/>
              <a:cxnLst/>
              <a:rect r="r" b="b" t="t" l="l"/>
              <a:pathLst>
                <a:path h="5058624" w="41505867">
                  <a:moveTo>
                    <a:pt x="41361085" y="4913844"/>
                  </a:moveTo>
                  <a:lnTo>
                    <a:pt x="41505867" y="4913844"/>
                  </a:lnTo>
                  <a:lnTo>
                    <a:pt x="41505867" y="5058624"/>
                  </a:lnTo>
                  <a:lnTo>
                    <a:pt x="41361085" y="5058624"/>
                  </a:lnTo>
                  <a:lnTo>
                    <a:pt x="41361085" y="4913844"/>
                  </a:lnTo>
                  <a:close/>
                  <a:moveTo>
                    <a:pt x="0" y="144780"/>
                  </a:moveTo>
                  <a:lnTo>
                    <a:pt x="144780" y="144780"/>
                  </a:lnTo>
                  <a:lnTo>
                    <a:pt x="144780" y="4913844"/>
                  </a:lnTo>
                  <a:lnTo>
                    <a:pt x="0" y="4913844"/>
                  </a:lnTo>
                  <a:lnTo>
                    <a:pt x="0" y="144780"/>
                  </a:lnTo>
                  <a:close/>
                  <a:moveTo>
                    <a:pt x="0" y="4913844"/>
                  </a:moveTo>
                  <a:lnTo>
                    <a:pt x="144780" y="4913844"/>
                  </a:lnTo>
                  <a:lnTo>
                    <a:pt x="144780" y="5058624"/>
                  </a:lnTo>
                  <a:lnTo>
                    <a:pt x="0" y="5058624"/>
                  </a:lnTo>
                  <a:lnTo>
                    <a:pt x="0" y="4913844"/>
                  </a:lnTo>
                  <a:close/>
                  <a:moveTo>
                    <a:pt x="41361085" y="144780"/>
                  </a:moveTo>
                  <a:lnTo>
                    <a:pt x="41505867" y="144780"/>
                  </a:lnTo>
                  <a:lnTo>
                    <a:pt x="41505867" y="4913844"/>
                  </a:lnTo>
                  <a:lnTo>
                    <a:pt x="41361085" y="4913844"/>
                  </a:lnTo>
                  <a:lnTo>
                    <a:pt x="41361085" y="144780"/>
                  </a:lnTo>
                  <a:close/>
                  <a:moveTo>
                    <a:pt x="144780" y="4913844"/>
                  </a:moveTo>
                  <a:lnTo>
                    <a:pt x="41361085" y="4913844"/>
                  </a:lnTo>
                  <a:lnTo>
                    <a:pt x="41361085" y="5058624"/>
                  </a:lnTo>
                  <a:lnTo>
                    <a:pt x="144780" y="5058624"/>
                  </a:lnTo>
                  <a:lnTo>
                    <a:pt x="144780" y="4913844"/>
                  </a:lnTo>
                  <a:close/>
                  <a:moveTo>
                    <a:pt x="41361085" y="0"/>
                  </a:moveTo>
                  <a:lnTo>
                    <a:pt x="41505867" y="0"/>
                  </a:lnTo>
                  <a:lnTo>
                    <a:pt x="41505867" y="144780"/>
                  </a:lnTo>
                  <a:lnTo>
                    <a:pt x="41361085" y="144780"/>
                  </a:lnTo>
                  <a:lnTo>
                    <a:pt x="41361085" y="0"/>
                  </a:lnTo>
                  <a:close/>
                  <a:moveTo>
                    <a:pt x="0" y="0"/>
                  </a:moveTo>
                  <a:lnTo>
                    <a:pt x="144780" y="0"/>
                  </a:lnTo>
                  <a:lnTo>
                    <a:pt x="144780" y="144780"/>
                  </a:lnTo>
                  <a:lnTo>
                    <a:pt x="0" y="144780"/>
                  </a:lnTo>
                  <a:lnTo>
                    <a:pt x="0" y="0"/>
                  </a:lnTo>
                  <a:close/>
                  <a:moveTo>
                    <a:pt x="144780" y="0"/>
                  </a:moveTo>
                  <a:lnTo>
                    <a:pt x="41361085" y="0"/>
                  </a:lnTo>
                  <a:lnTo>
                    <a:pt x="41361085" y="144780"/>
                  </a:lnTo>
                  <a:lnTo>
                    <a:pt x="144780" y="144780"/>
                  </a:lnTo>
                  <a:lnTo>
                    <a:pt x="144780" y="0"/>
                  </a:lnTo>
                  <a:close/>
                </a:path>
              </a:pathLst>
            </a:custGeom>
            <a:solidFill>
              <a:srgbClr val="000000"/>
            </a:solidFill>
          </p:spPr>
        </p:sp>
      </p:grpSp>
      <p:sp>
        <p:nvSpPr>
          <p:cNvPr name="Freeform 40" id="40"/>
          <p:cNvSpPr/>
          <p:nvPr/>
        </p:nvSpPr>
        <p:spPr>
          <a:xfrm flipH="false" flipV="false" rot="0">
            <a:off x="15601756" y="8048237"/>
            <a:ext cx="549473" cy="495213"/>
          </a:xfrm>
          <a:custGeom>
            <a:avLst/>
            <a:gdLst/>
            <a:ahLst/>
            <a:cxnLst/>
            <a:rect r="r" b="b" t="t" l="l"/>
            <a:pathLst>
              <a:path h="495213" w="549473">
                <a:moveTo>
                  <a:pt x="0" y="0"/>
                </a:moveTo>
                <a:lnTo>
                  <a:pt x="549473" y="0"/>
                </a:lnTo>
                <a:lnTo>
                  <a:pt x="549473" y="495213"/>
                </a:lnTo>
                <a:lnTo>
                  <a:pt x="0" y="4952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41" id="41"/>
          <p:cNvSpPr txBox="true"/>
          <p:nvPr/>
        </p:nvSpPr>
        <p:spPr>
          <a:xfrm rot="0">
            <a:off x="9859505" y="4375466"/>
            <a:ext cx="6016988" cy="854077"/>
          </a:xfrm>
          <a:prstGeom prst="rect">
            <a:avLst/>
          </a:prstGeom>
        </p:spPr>
        <p:txBody>
          <a:bodyPr anchor="t" rtlCol="false" tIns="0" lIns="0" bIns="0" rIns="0">
            <a:spAutoFit/>
          </a:bodyPr>
          <a:lstStyle/>
          <a:p>
            <a:pPr algn="l" marL="0" indent="0" lvl="0">
              <a:lnSpc>
                <a:spcPts val="6999"/>
              </a:lnSpc>
            </a:pPr>
            <a:r>
              <a:rPr lang="en-US" b="true" sz="4999">
                <a:solidFill>
                  <a:srgbClr val="000000"/>
                </a:solidFill>
                <a:latin typeface="Courier Prime Bold"/>
                <a:ea typeface="Courier Prime Bold"/>
                <a:cs typeface="Courier Prime Bold"/>
                <a:sym typeface="Courier Prime Bold"/>
              </a:rPr>
              <a:t>Any Queries?</a:t>
            </a:r>
          </a:p>
        </p:txBody>
      </p:sp>
      <p:sp>
        <p:nvSpPr>
          <p:cNvPr name="TextBox 42" id="42"/>
          <p:cNvSpPr txBox="true"/>
          <p:nvPr/>
        </p:nvSpPr>
        <p:spPr>
          <a:xfrm rot="0">
            <a:off x="8536632" y="8069149"/>
            <a:ext cx="3764428" cy="405765"/>
          </a:xfrm>
          <a:prstGeom prst="rect">
            <a:avLst/>
          </a:prstGeom>
        </p:spPr>
        <p:txBody>
          <a:bodyPr anchor="t" rtlCol="false" tIns="0" lIns="0" bIns="0" rIns="0">
            <a:spAutoFit/>
          </a:bodyPr>
          <a:lstStyle/>
          <a:p>
            <a:pPr algn="l">
              <a:lnSpc>
                <a:spcPts val="3359"/>
              </a:lnSpc>
              <a:spcBef>
                <a:spcPct val="0"/>
              </a:spcBef>
            </a:pPr>
            <a:r>
              <a:rPr lang="en-US" sz="2400">
                <a:solidFill>
                  <a:srgbClr val="000000"/>
                </a:solidFill>
                <a:latin typeface="Cartograph Mono"/>
                <a:ea typeface="Cartograph Mono"/>
                <a:cs typeface="Cartograph Mono"/>
                <a:sym typeface="Cartograph Mono"/>
              </a:rPr>
              <a:t>Type a message...</a:t>
            </a:r>
          </a:p>
        </p:txBody>
      </p:sp>
      <p:sp>
        <p:nvSpPr>
          <p:cNvPr name="TextBox 43" id="43"/>
          <p:cNvSpPr txBox="true"/>
          <p:nvPr/>
        </p:nvSpPr>
        <p:spPr>
          <a:xfrm rot="0">
            <a:off x="1681472" y="5095890"/>
            <a:ext cx="6065515" cy="1019175"/>
          </a:xfrm>
          <a:prstGeom prst="rect">
            <a:avLst/>
          </a:prstGeom>
        </p:spPr>
        <p:txBody>
          <a:bodyPr anchor="t" rtlCol="false" tIns="0" lIns="0" bIns="0" rIns="0">
            <a:spAutoFit/>
          </a:bodyPr>
          <a:lstStyle/>
          <a:p>
            <a:pPr algn="l" marL="0" indent="0" lvl="0">
              <a:lnSpc>
                <a:spcPts val="7500"/>
              </a:lnSpc>
              <a:spcBef>
                <a:spcPct val="0"/>
              </a:spcBef>
            </a:pPr>
            <a:r>
              <a:rPr lang="en-US" b="true" sz="7500">
                <a:solidFill>
                  <a:srgbClr val="000000"/>
                </a:solidFill>
                <a:latin typeface="Courier Prime Bold"/>
                <a:ea typeface="Courier Prime Bold"/>
                <a:cs typeface="Courier Prime Bold"/>
                <a:sym typeface="Courier Prime Bold"/>
              </a:rPr>
              <a:t>Thank You!</a:t>
            </a:r>
          </a:p>
        </p:txBody>
      </p:sp>
      <p:sp>
        <p:nvSpPr>
          <p:cNvPr name="Freeform 44" id="44"/>
          <p:cNvSpPr/>
          <p:nvPr/>
        </p:nvSpPr>
        <p:spPr>
          <a:xfrm flipH="false" flipV="false" rot="0">
            <a:off x="6145464" y="2180401"/>
            <a:ext cx="1279852" cy="1279852"/>
          </a:xfrm>
          <a:custGeom>
            <a:avLst/>
            <a:gdLst/>
            <a:ahLst/>
            <a:cxnLst/>
            <a:rect r="r" b="b" t="t" l="l"/>
            <a:pathLst>
              <a:path h="1279852" w="1279852">
                <a:moveTo>
                  <a:pt x="0" y="0"/>
                </a:moveTo>
                <a:lnTo>
                  <a:pt x="1279852" y="0"/>
                </a:lnTo>
                <a:lnTo>
                  <a:pt x="1279852" y="1279852"/>
                </a:lnTo>
                <a:lnTo>
                  <a:pt x="0" y="127985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45" id="45"/>
          <p:cNvSpPr/>
          <p:nvPr/>
        </p:nvSpPr>
        <p:spPr>
          <a:xfrm flipH="false" flipV="false" rot="-5400000">
            <a:off x="6240243" y="2270128"/>
            <a:ext cx="592839" cy="1100397"/>
          </a:xfrm>
          <a:custGeom>
            <a:avLst/>
            <a:gdLst/>
            <a:ahLst/>
            <a:cxnLst/>
            <a:rect r="r" b="b" t="t" l="l"/>
            <a:pathLst>
              <a:path h="1100397" w="592839">
                <a:moveTo>
                  <a:pt x="0" y="0"/>
                </a:moveTo>
                <a:lnTo>
                  <a:pt x="592838" y="0"/>
                </a:lnTo>
                <a:lnTo>
                  <a:pt x="592838" y="1100397"/>
                </a:lnTo>
                <a:lnTo>
                  <a:pt x="0" y="110039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DAGklz0nm7w</dc:identifier>
  <dcterms:modified xsi:type="dcterms:W3CDTF">2011-08-01T06:04:30Z</dcterms:modified>
  <cp:revision>1</cp:revision>
  <dc:title>Muted Line UI E-Course Slide Deck Presentation</dc:title>
</cp:coreProperties>
</file>